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gg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Timeline Connector Line"/>
          <p:cNvCxnSpPr/>
          <p:nvPr/>
        </p:nvCxnSpPr>
        <p:spPr>
          <a:xfrm>
            <a:off x="634984" y="1397000"/>
            <a:ext cx="10921727" cy="63500"/>
          </a:xfrm>
          <a:prstGeom prst="line">
            <a:avLst/>
          </a:prstGeom>
          <a:ln w="12699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Bottom Path Curve"/>
          <p:cNvCxnSpPr/>
          <p:nvPr/>
        </p:nvCxnSpPr>
        <p:spPr>
          <a:xfrm>
            <a:off x="634984" y="5397500"/>
            <a:ext cx="10921727" cy="952499"/>
          </a:xfrm>
          <a:prstGeom prst="line">
            <a:avLst/>
          </a:prstGeom>
          <a:ln w="12699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meline Node 1"/>
          <p:cNvSpPr/>
          <p:nvPr/>
        </p:nvSpPr>
        <p:spPr>
          <a:xfrm>
            <a:off x="825479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 Node 2"/>
          <p:cNvSpPr/>
          <p:nvPr/>
        </p:nvSpPr>
        <p:spPr>
          <a:xfrm>
            <a:off x="1841453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Node 3"/>
          <p:cNvSpPr/>
          <p:nvPr/>
        </p:nvSpPr>
        <p:spPr>
          <a:xfrm>
            <a:off x="2857428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Node 4"/>
          <p:cNvSpPr/>
          <p:nvPr/>
        </p:nvSpPr>
        <p:spPr>
          <a:xfrm>
            <a:off x="3873403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Node 5"/>
          <p:cNvSpPr/>
          <p:nvPr/>
        </p:nvSpPr>
        <p:spPr>
          <a:xfrm>
            <a:off x="4889377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Node 6"/>
          <p:cNvSpPr/>
          <p:nvPr/>
        </p:nvSpPr>
        <p:spPr>
          <a:xfrm>
            <a:off x="5905352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 Node 7"/>
          <p:cNvSpPr/>
          <p:nvPr/>
        </p:nvSpPr>
        <p:spPr>
          <a:xfrm>
            <a:off x="6921326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Node 8"/>
          <p:cNvSpPr/>
          <p:nvPr/>
        </p:nvSpPr>
        <p:spPr>
          <a:xfrm>
            <a:off x="7937301" y="1270000"/>
            <a:ext cx="253993" cy="254000"/>
          </a:xfrm>
          <a:prstGeom prst="ellipse">
            <a:avLst/>
          </a:prstGeom>
          <a:solidFill>
            <a:srgbClr val="0055AA"/>
          </a:solidFill>
          <a:ln w="12699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Background"/>
          <p:cNvSpPr/>
          <p:nvPr/>
        </p:nvSpPr>
        <p:spPr>
          <a:xfrm>
            <a:off x="507987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2 Background"/>
          <p:cNvSpPr/>
          <p:nvPr/>
        </p:nvSpPr>
        <p:spPr>
          <a:xfrm>
            <a:off x="1523961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3 Background"/>
          <p:cNvSpPr/>
          <p:nvPr/>
        </p:nvSpPr>
        <p:spPr>
          <a:xfrm>
            <a:off x="2539936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4 Background"/>
          <p:cNvSpPr/>
          <p:nvPr/>
        </p:nvSpPr>
        <p:spPr>
          <a:xfrm>
            <a:off x="3555911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5 Background"/>
          <p:cNvSpPr/>
          <p:nvPr/>
        </p:nvSpPr>
        <p:spPr>
          <a:xfrm>
            <a:off x="4571885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6 Background"/>
          <p:cNvSpPr/>
          <p:nvPr/>
        </p:nvSpPr>
        <p:spPr>
          <a:xfrm>
            <a:off x="5587860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7 Background"/>
          <p:cNvSpPr/>
          <p:nvPr/>
        </p:nvSpPr>
        <p:spPr>
          <a:xfrm>
            <a:off x="6603834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8 Background"/>
          <p:cNvSpPr/>
          <p:nvPr/>
        </p:nvSpPr>
        <p:spPr>
          <a:xfrm>
            <a:off x="7619809" y="1523999"/>
            <a:ext cx="1142971" cy="165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usiness Ecosystem Box"/>
          <p:cNvSpPr/>
          <p:nvPr/>
        </p:nvSpPr>
        <p:spPr>
          <a:xfrm>
            <a:off x="317492" y="3492500"/>
            <a:ext cx="1015974" cy="38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odel Ecosystem Box"/>
          <p:cNvSpPr/>
          <p:nvPr/>
        </p:nvSpPr>
        <p:spPr>
          <a:xfrm>
            <a:off x="317492" y="4000500"/>
            <a:ext cx="1015974" cy="38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nowledge Ecosystem Box"/>
          <p:cNvSpPr/>
          <p:nvPr/>
        </p:nvSpPr>
        <p:spPr>
          <a:xfrm>
            <a:off x="10477238" y="3492500"/>
            <a:ext cx="1015974" cy="38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ool Ecosystem Box"/>
          <p:cNvSpPr/>
          <p:nvPr/>
        </p:nvSpPr>
        <p:spPr>
          <a:xfrm>
            <a:off x="10477238" y="4000500"/>
            <a:ext cx="1015974" cy="380999"/>
          </a:xfrm>
          <a:prstGeom prst="roundRect">
            <a:avLst/>
          </a:prstGeom>
          <a:solidFill>
            <a:srgbClr val="001F3F"/>
          </a:solidFill>
          <a:ln w="1269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entral Ring 1"/>
          <p:cNvSpPr/>
          <p:nvPr/>
        </p:nvSpPr>
        <p:spPr>
          <a:xfrm>
            <a:off x="3174920" y="3492500"/>
            <a:ext cx="5841853" cy="1270000"/>
          </a:xfrm>
          <a:prstGeom prst="ellipse">
            <a:avLst/>
          </a:prstGeom>
          <a:noFill/>
          <a:ln w="3174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entral Ring 2"/>
          <p:cNvSpPr/>
          <p:nvPr/>
        </p:nvSpPr>
        <p:spPr>
          <a:xfrm>
            <a:off x="3492412" y="3683000"/>
            <a:ext cx="5206869" cy="889000"/>
          </a:xfrm>
          <a:prstGeom prst="ellipse">
            <a:avLst/>
          </a:prstGeom>
          <a:noFill/>
          <a:ln w="19049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Bottom Path Arrow"/>
          <p:cNvCxnSpPr/>
          <p:nvPr/>
        </p:nvCxnSpPr>
        <p:spPr>
          <a:xfrm>
            <a:off x="634984" y="6032499"/>
            <a:ext cx="10921727" cy="0"/>
          </a:xfrm>
          <a:prstGeom prst="line">
            <a:avLst/>
          </a:prstGeom>
          <a:ln w="25399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itle Main"/>
          <p:cNvSpPr txBox="1"/>
          <p:nvPr/>
        </p:nvSpPr>
        <p:spPr>
          <a:xfrm>
            <a:off x="2857428" y="254000"/>
            <a:ext cx="6476838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"大瓦特" 演进路线图</a:t>
            </a:r>
          </a:p>
        </p:txBody>
      </p:sp>
      <p:sp>
        <p:nvSpPr>
          <p:cNvPr id="29" name="Title Sub"/>
          <p:cNvSpPr txBox="1"/>
          <p:nvPr/>
        </p:nvSpPr>
        <p:spPr>
          <a:xfrm>
            <a:off x="4762380" y="889000"/>
            <a:ext cx="26669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30" name="Title Desc"/>
          <p:cNvSpPr txBox="1"/>
          <p:nvPr/>
        </p:nvSpPr>
        <p:spPr>
          <a:xfrm>
            <a:off x="4444888" y="1174750"/>
            <a:ext cx="3301917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31" name="Body 1 Num"/>
          <p:cNvSpPr txBox="1"/>
          <p:nvPr/>
        </p:nvSpPr>
        <p:spPr>
          <a:xfrm>
            <a:off x="825479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Body 1 Name"/>
          <p:cNvSpPr txBox="1"/>
          <p:nvPr/>
        </p:nvSpPr>
        <p:spPr>
          <a:xfrm>
            <a:off x="634984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33" name="Body 1 Date"/>
          <p:cNvSpPr txBox="1"/>
          <p:nvPr/>
        </p:nvSpPr>
        <p:spPr>
          <a:xfrm>
            <a:off x="1460463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34" name="Body 1 Pos"/>
          <p:cNvSpPr txBox="1"/>
          <p:nvPr/>
        </p:nvSpPr>
        <p:spPr>
          <a:xfrm>
            <a:off x="634984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35" name="Body 1 Highlight"/>
          <p:cNvSpPr txBox="1"/>
          <p:nvPr/>
        </p:nvSpPr>
        <p:spPr>
          <a:xfrm>
            <a:off x="634984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36" name="Body 1 Detail"/>
          <p:cNvSpPr txBox="1"/>
          <p:nvPr/>
        </p:nvSpPr>
        <p:spPr>
          <a:xfrm>
            <a:off x="634984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37" name="Body 2 Num"/>
          <p:cNvSpPr txBox="1"/>
          <p:nvPr/>
        </p:nvSpPr>
        <p:spPr>
          <a:xfrm>
            <a:off x="1841453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Body 2 Name"/>
          <p:cNvSpPr txBox="1"/>
          <p:nvPr/>
        </p:nvSpPr>
        <p:spPr>
          <a:xfrm>
            <a:off x="1650958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39" name="Body 2 Date"/>
          <p:cNvSpPr txBox="1"/>
          <p:nvPr/>
        </p:nvSpPr>
        <p:spPr>
          <a:xfrm>
            <a:off x="2476438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40" name="Body 2 Pos"/>
          <p:cNvSpPr txBox="1"/>
          <p:nvPr/>
        </p:nvSpPr>
        <p:spPr>
          <a:xfrm>
            <a:off x="1650958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41" name="Body 2 Highlight"/>
          <p:cNvSpPr txBox="1"/>
          <p:nvPr/>
        </p:nvSpPr>
        <p:spPr>
          <a:xfrm>
            <a:off x="1650958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42" name="Body 2 Detail"/>
          <p:cNvSpPr txBox="1"/>
          <p:nvPr/>
        </p:nvSpPr>
        <p:spPr>
          <a:xfrm>
            <a:off x="1650958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底座全面迭代升级，正式备千亿级参数规模模型能力。</a:t>
            </a:r>
          </a:p>
        </p:txBody>
      </p:sp>
      <p:sp>
        <p:nvSpPr>
          <p:cNvPr id="43" name="Body 3 Num"/>
          <p:cNvSpPr txBox="1"/>
          <p:nvPr/>
        </p:nvSpPr>
        <p:spPr>
          <a:xfrm>
            <a:off x="2857428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4" name="Body 3 Name"/>
          <p:cNvSpPr txBox="1"/>
          <p:nvPr/>
        </p:nvSpPr>
        <p:spPr>
          <a:xfrm>
            <a:off x="2666933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45" name="Body 3 Date"/>
          <p:cNvSpPr txBox="1"/>
          <p:nvPr/>
        </p:nvSpPr>
        <p:spPr>
          <a:xfrm>
            <a:off x="3492412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46" name="Body 3 Pos"/>
          <p:cNvSpPr txBox="1"/>
          <p:nvPr/>
        </p:nvSpPr>
        <p:spPr>
          <a:xfrm>
            <a:off x="2666933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47" name="Body 3 Highlight"/>
          <p:cNvSpPr txBox="1"/>
          <p:nvPr/>
        </p:nvSpPr>
        <p:spPr>
          <a:xfrm>
            <a:off x="2666933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48" name="Body 3 Detail"/>
          <p:cNvSpPr txBox="1"/>
          <p:nvPr/>
        </p:nvSpPr>
        <p:spPr>
          <a:xfrm>
            <a:off x="2666933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49" name="Body 4 Num"/>
          <p:cNvSpPr txBox="1"/>
          <p:nvPr/>
        </p:nvSpPr>
        <p:spPr>
          <a:xfrm>
            <a:off x="3873403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0" name="Body 4 Name"/>
          <p:cNvSpPr txBox="1"/>
          <p:nvPr/>
        </p:nvSpPr>
        <p:spPr>
          <a:xfrm>
            <a:off x="3682907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51" name="Body 4 Date"/>
          <p:cNvSpPr txBox="1"/>
          <p:nvPr/>
        </p:nvSpPr>
        <p:spPr>
          <a:xfrm>
            <a:off x="4508387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52" name="Body 4 Pos"/>
          <p:cNvSpPr txBox="1"/>
          <p:nvPr/>
        </p:nvSpPr>
        <p:spPr>
          <a:xfrm>
            <a:off x="3682907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53" name="Body 4 Highlight"/>
          <p:cNvSpPr txBox="1"/>
          <p:nvPr/>
        </p:nvSpPr>
        <p:spPr>
          <a:xfrm>
            <a:off x="3682907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54" name="Body 4 Detail"/>
          <p:cNvSpPr txBox="1"/>
          <p:nvPr/>
        </p:nvSpPr>
        <p:spPr>
          <a:xfrm>
            <a:off x="3682907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架构微调模型，实现专家协同、任务分流和多业务域协同，按需调用专业能力。</a:t>
            </a:r>
          </a:p>
        </p:txBody>
      </p:sp>
      <p:sp>
        <p:nvSpPr>
          <p:cNvPr id="55" name="Body 5 Num"/>
          <p:cNvSpPr txBox="1"/>
          <p:nvPr/>
        </p:nvSpPr>
        <p:spPr>
          <a:xfrm>
            <a:off x="4889377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6" name="Body 5 Name"/>
          <p:cNvSpPr txBox="1"/>
          <p:nvPr/>
        </p:nvSpPr>
        <p:spPr>
          <a:xfrm>
            <a:off x="4698882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57" name="Body 5 Date"/>
          <p:cNvSpPr txBox="1"/>
          <p:nvPr/>
        </p:nvSpPr>
        <p:spPr>
          <a:xfrm>
            <a:off x="5524361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58" name="Body 5 Pos"/>
          <p:cNvSpPr txBox="1"/>
          <p:nvPr/>
        </p:nvSpPr>
        <p:spPr>
          <a:xfrm>
            <a:off x="4698882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59" name="Body 5 Highlight"/>
          <p:cNvSpPr txBox="1"/>
          <p:nvPr/>
        </p:nvSpPr>
        <p:spPr>
          <a:xfrm>
            <a:off x="4698882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0" name="Body 5 Detail"/>
          <p:cNvSpPr txBox="1"/>
          <p:nvPr/>
        </p:nvSpPr>
        <p:spPr>
          <a:xfrm>
            <a:off x="4698882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61" name="Body 6 Num"/>
          <p:cNvSpPr txBox="1"/>
          <p:nvPr/>
        </p:nvSpPr>
        <p:spPr>
          <a:xfrm>
            <a:off x="5905352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2" name="Body 6 Name"/>
          <p:cNvSpPr txBox="1"/>
          <p:nvPr/>
        </p:nvSpPr>
        <p:spPr>
          <a:xfrm>
            <a:off x="5714857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63" name="Body 6 Date"/>
          <p:cNvSpPr txBox="1"/>
          <p:nvPr/>
        </p:nvSpPr>
        <p:spPr>
          <a:xfrm>
            <a:off x="6540336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64" name="Body 6 Pos"/>
          <p:cNvSpPr txBox="1"/>
          <p:nvPr/>
        </p:nvSpPr>
        <p:spPr>
          <a:xfrm>
            <a:off x="5714857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65" name="Body 6 Highlight"/>
          <p:cNvSpPr txBox="1"/>
          <p:nvPr/>
        </p:nvSpPr>
        <p:spPr>
          <a:xfrm>
            <a:off x="5714857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6" name="Body 6 Detail"/>
          <p:cNvSpPr txBox="1"/>
          <p:nvPr/>
        </p:nvSpPr>
        <p:spPr>
          <a:xfrm>
            <a:off x="5714857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67" name="Body 7 Num"/>
          <p:cNvSpPr txBox="1"/>
          <p:nvPr/>
        </p:nvSpPr>
        <p:spPr>
          <a:xfrm>
            <a:off x="6921326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8" name="Body 7 Name"/>
          <p:cNvSpPr txBox="1"/>
          <p:nvPr/>
        </p:nvSpPr>
        <p:spPr>
          <a:xfrm>
            <a:off x="6730831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69" name="Body 7 Date"/>
          <p:cNvSpPr txBox="1"/>
          <p:nvPr/>
        </p:nvSpPr>
        <p:spPr>
          <a:xfrm>
            <a:off x="7556311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70" name="Body 7 Pos"/>
          <p:cNvSpPr txBox="1"/>
          <p:nvPr/>
        </p:nvSpPr>
        <p:spPr>
          <a:xfrm>
            <a:off x="6730831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71" name="Body 7 Highlight"/>
          <p:cNvSpPr txBox="1"/>
          <p:nvPr/>
        </p:nvSpPr>
        <p:spPr>
          <a:xfrm>
            <a:off x="6730831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2" name="Body 7 Detail"/>
          <p:cNvSpPr txBox="1"/>
          <p:nvPr/>
        </p:nvSpPr>
        <p:spPr>
          <a:xfrm>
            <a:off x="6730831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73" name="Body 8 Num"/>
          <p:cNvSpPr txBox="1"/>
          <p:nvPr/>
        </p:nvSpPr>
        <p:spPr>
          <a:xfrm>
            <a:off x="7937301" y="1270000"/>
            <a:ext cx="25399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4" name="Body 8 Name"/>
          <p:cNvSpPr txBox="1"/>
          <p:nvPr/>
        </p:nvSpPr>
        <p:spPr>
          <a:xfrm>
            <a:off x="7746806" y="1523999"/>
            <a:ext cx="761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75" name="Body 8 Date"/>
          <p:cNvSpPr txBox="1"/>
          <p:nvPr/>
        </p:nvSpPr>
        <p:spPr>
          <a:xfrm>
            <a:off x="8572285" y="1555750"/>
            <a:ext cx="38099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76" name="Body 8 Pos"/>
          <p:cNvSpPr txBox="1"/>
          <p:nvPr/>
        </p:nvSpPr>
        <p:spPr>
          <a:xfrm>
            <a:off x="7746806" y="1778000"/>
            <a:ext cx="888977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77" name="Body 8 Highlight"/>
          <p:cNvSpPr txBox="1"/>
          <p:nvPr/>
        </p:nvSpPr>
        <p:spPr>
          <a:xfrm>
            <a:off x="7746806" y="2540000"/>
            <a:ext cx="25399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8" name="Body 8 Detail"/>
          <p:cNvSpPr txBox="1"/>
          <p:nvPr/>
        </p:nvSpPr>
        <p:spPr>
          <a:xfrm>
            <a:off x="7746806" y="2730500"/>
            <a:ext cx="888977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E0E0E0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79" name="Body Center 1"/>
          <p:cNvSpPr txBox="1"/>
          <p:nvPr/>
        </p:nvSpPr>
        <p:spPr>
          <a:xfrm>
            <a:off x="5397365" y="3301999"/>
            <a:ext cx="634984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80" name="Body Center 2"/>
          <p:cNvSpPr txBox="1"/>
          <p:nvPr/>
        </p:nvSpPr>
        <p:spPr>
          <a:xfrm>
            <a:off x="4762380" y="3556000"/>
            <a:ext cx="26669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81" name="Body Center 3"/>
          <p:cNvSpPr txBox="1"/>
          <p:nvPr/>
        </p:nvSpPr>
        <p:spPr>
          <a:xfrm>
            <a:off x="3809904" y="3809999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</p:txBody>
      </p:sp>
      <p:sp>
        <p:nvSpPr>
          <p:cNvPr id="82" name="Body Center 4"/>
          <p:cNvSpPr txBox="1"/>
          <p:nvPr/>
        </p:nvSpPr>
        <p:spPr>
          <a:xfrm>
            <a:off x="3809904" y="4000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83" name="Body Center 5"/>
          <p:cNvSpPr txBox="1"/>
          <p:nvPr/>
        </p:nvSpPr>
        <p:spPr>
          <a:xfrm>
            <a:off x="5397365" y="3809999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</p:txBody>
      </p:sp>
      <p:sp>
        <p:nvSpPr>
          <p:cNvPr id="84" name="Body Center 6"/>
          <p:cNvSpPr txBox="1"/>
          <p:nvPr/>
        </p:nvSpPr>
        <p:spPr>
          <a:xfrm>
            <a:off x="5397365" y="4000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85" name="Body Center 7"/>
          <p:cNvSpPr txBox="1"/>
          <p:nvPr/>
        </p:nvSpPr>
        <p:spPr>
          <a:xfrm>
            <a:off x="6984825" y="3809999"/>
            <a:ext cx="761980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</p:txBody>
      </p:sp>
      <p:sp>
        <p:nvSpPr>
          <p:cNvPr id="86" name="Body Center 8"/>
          <p:cNvSpPr txBox="1"/>
          <p:nvPr/>
        </p:nvSpPr>
        <p:spPr>
          <a:xfrm>
            <a:off x="6984825" y="4000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87" name="Body Center 9"/>
          <p:cNvSpPr txBox="1"/>
          <p:nvPr/>
        </p:nvSpPr>
        <p:spPr>
          <a:xfrm>
            <a:off x="4762380" y="4318000"/>
            <a:ext cx="2666933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88" name="Body Domain 1"/>
          <p:cNvSpPr txBox="1"/>
          <p:nvPr/>
        </p:nvSpPr>
        <p:spPr>
          <a:xfrm>
            <a:off x="3492412" y="4762500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89" name="Body Domain 2"/>
          <p:cNvSpPr txBox="1"/>
          <p:nvPr/>
        </p:nvSpPr>
        <p:spPr>
          <a:xfrm>
            <a:off x="4762380" y="4762500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90" name="Body Domain 3"/>
          <p:cNvSpPr txBox="1"/>
          <p:nvPr/>
        </p:nvSpPr>
        <p:spPr>
          <a:xfrm>
            <a:off x="6032349" y="4762500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91" name="Body Domain 4"/>
          <p:cNvSpPr txBox="1"/>
          <p:nvPr/>
        </p:nvSpPr>
        <p:spPr>
          <a:xfrm>
            <a:off x="7302317" y="4762500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92" name="Body Domain 5"/>
          <p:cNvSpPr txBox="1"/>
          <p:nvPr/>
        </p:nvSpPr>
        <p:spPr>
          <a:xfrm>
            <a:off x="8572285" y="4762500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93" name="Body Left 1"/>
          <p:cNvSpPr txBox="1"/>
          <p:nvPr/>
        </p:nvSpPr>
        <p:spPr>
          <a:xfrm>
            <a:off x="507987" y="3556000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</p:txBody>
      </p:sp>
      <p:sp>
        <p:nvSpPr>
          <p:cNvPr id="94" name="Body Left 2"/>
          <p:cNvSpPr txBox="1"/>
          <p:nvPr/>
        </p:nvSpPr>
        <p:spPr>
          <a:xfrm>
            <a:off x="507987" y="3746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95" name="Body Left 3"/>
          <p:cNvSpPr txBox="1"/>
          <p:nvPr/>
        </p:nvSpPr>
        <p:spPr>
          <a:xfrm>
            <a:off x="507987" y="4064000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96" name="Body Left 4"/>
          <p:cNvSpPr txBox="1"/>
          <p:nvPr/>
        </p:nvSpPr>
        <p:spPr>
          <a:xfrm>
            <a:off x="507987" y="4254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97" name="Body Right 1"/>
          <p:cNvSpPr txBox="1"/>
          <p:nvPr/>
        </p:nvSpPr>
        <p:spPr>
          <a:xfrm>
            <a:off x="10477238" y="3556000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</p:txBody>
      </p:sp>
      <p:sp>
        <p:nvSpPr>
          <p:cNvPr id="98" name="Body Right 2"/>
          <p:cNvSpPr txBox="1"/>
          <p:nvPr/>
        </p:nvSpPr>
        <p:spPr>
          <a:xfrm>
            <a:off x="10477238" y="3746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99" name="Body Right 3"/>
          <p:cNvSpPr txBox="1"/>
          <p:nvPr/>
        </p:nvSpPr>
        <p:spPr>
          <a:xfrm>
            <a:off x="10477238" y="4064000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</p:txBody>
      </p:sp>
      <p:sp>
        <p:nvSpPr>
          <p:cNvPr id="100" name="Body Right 4"/>
          <p:cNvSpPr txBox="1"/>
          <p:nvPr/>
        </p:nvSpPr>
        <p:spPr>
          <a:xfrm>
            <a:off x="10477238" y="4254500"/>
            <a:ext cx="76198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101" name="Body Bottom Title"/>
          <p:cNvSpPr txBox="1"/>
          <p:nvPr/>
        </p:nvSpPr>
        <p:spPr>
          <a:xfrm>
            <a:off x="317492" y="5397500"/>
            <a:ext cx="634984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102" name="Body Bottom 1"/>
          <p:cNvSpPr txBox="1"/>
          <p:nvPr/>
        </p:nvSpPr>
        <p:spPr>
          <a:xfrm>
            <a:off x="952476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</p:txBody>
      </p:sp>
      <p:sp>
        <p:nvSpPr>
          <p:cNvPr id="103" name="Body Bottom 2"/>
          <p:cNvSpPr txBox="1"/>
          <p:nvPr/>
        </p:nvSpPr>
        <p:spPr>
          <a:xfrm>
            <a:off x="952476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104" name="Body Bottom 3"/>
          <p:cNvSpPr txBox="1"/>
          <p:nvPr/>
        </p:nvSpPr>
        <p:spPr>
          <a:xfrm>
            <a:off x="1904952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</p:txBody>
      </p:sp>
      <p:sp>
        <p:nvSpPr>
          <p:cNvPr id="105" name="Body Bottom 4"/>
          <p:cNvSpPr txBox="1"/>
          <p:nvPr/>
        </p:nvSpPr>
        <p:spPr>
          <a:xfrm>
            <a:off x="1904952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106" name="Body Bottom 5"/>
          <p:cNvSpPr txBox="1"/>
          <p:nvPr/>
        </p:nvSpPr>
        <p:spPr>
          <a:xfrm>
            <a:off x="2857428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</p:txBody>
      </p:sp>
      <p:sp>
        <p:nvSpPr>
          <p:cNvPr id="107" name="Body Bottom 6"/>
          <p:cNvSpPr txBox="1"/>
          <p:nvPr/>
        </p:nvSpPr>
        <p:spPr>
          <a:xfrm>
            <a:off x="2857428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108" name="Body Bottom 7"/>
          <p:cNvSpPr txBox="1"/>
          <p:nvPr/>
        </p:nvSpPr>
        <p:spPr>
          <a:xfrm>
            <a:off x="3809904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</p:txBody>
      </p:sp>
      <p:sp>
        <p:nvSpPr>
          <p:cNvPr id="109" name="Body Bottom 8"/>
          <p:cNvSpPr txBox="1"/>
          <p:nvPr/>
        </p:nvSpPr>
        <p:spPr>
          <a:xfrm>
            <a:off x="3809904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110" name="Body Bottom 9"/>
          <p:cNvSpPr txBox="1"/>
          <p:nvPr/>
        </p:nvSpPr>
        <p:spPr>
          <a:xfrm>
            <a:off x="4762380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</p:txBody>
      </p:sp>
      <p:sp>
        <p:nvSpPr>
          <p:cNvPr id="111" name="Body Bottom 10"/>
          <p:cNvSpPr txBox="1"/>
          <p:nvPr/>
        </p:nvSpPr>
        <p:spPr>
          <a:xfrm>
            <a:off x="4762380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112" name="Body Bottom 11"/>
          <p:cNvSpPr txBox="1"/>
          <p:nvPr/>
        </p:nvSpPr>
        <p:spPr>
          <a:xfrm>
            <a:off x="5714857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</p:txBody>
      </p:sp>
      <p:sp>
        <p:nvSpPr>
          <p:cNvPr id="113" name="Body Bottom 12"/>
          <p:cNvSpPr txBox="1"/>
          <p:nvPr/>
        </p:nvSpPr>
        <p:spPr>
          <a:xfrm>
            <a:off x="5714857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114" name="Body Bottom 13"/>
          <p:cNvSpPr txBox="1"/>
          <p:nvPr/>
        </p:nvSpPr>
        <p:spPr>
          <a:xfrm>
            <a:off x="6667333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</p:txBody>
      </p:sp>
      <p:sp>
        <p:nvSpPr>
          <p:cNvPr id="115" name="Body Bottom 14"/>
          <p:cNvSpPr txBox="1"/>
          <p:nvPr/>
        </p:nvSpPr>
        <p:spPr>
          <a:xfrm>
            <a:off x="6667333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116" name="Body Bottom 15"/>
          <p:cNvSpPr txBox="1"/>
          <p:nvPr/>
        </p:nvSpPr>
        <p:spPr>
          <a:xfrm>
            <a:off x="7619809" y="6032499"/>
            <a:ext cx="634984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</p:txBody>
      </p:sp>
      <p:sp>
        <p:nvSpPr>
          <p:cNvPr id="117" name="Body Bottom 16"/>
          <p:cNvSpPr txBox="1"/>
          <p:nvPr/>
        </p:nvSpPr>
        <p:spPr>
          <a:xfrm>
            <a:off x="7619809" y="6223000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9" b="0" i="0">
                <a:solidFill>
                  <a:srgbClr val="A0C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  <p:pic>
        <p:nvPicPr>
          <p:cNvPr id="118" name="Picture 117" descr="central_engine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36" y="3174999"/>
            <a:ext cx="7111822" cy="2222500"/>
          </a:xfrm>
          <a:prstGeom prst="rect">
            <a:avLst/>
          </a:prstGeom>
        </p:spPr>
      </p:pic>
      <p:pic>
        <p:nvPicPr>
          <p:cNvPr id="119" name="Picture 118" descr="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79" y="1968500"/>
            <a:ext cx="380990" cy="380999"/>
          </a:xfrm>
          <a:prstGeom prst="rect">
            <a:avLst/>
          </a:prstGeom>
        </p:spPr>
      </p:pic>
      <p:pic>
        <p:nvPicPr>
          <p:cNvPr id="120" name="Picture 119" descr="icon_server_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453" y="1968500"/>
            <a:ext cx="380990" cy="380999"/>
          </a:xfrm>
          <a:prstGeom prst="rect">
            <a:avLst/>
          </a:prstGeom>
        </p:spPr>
      </p:pic>
      <p:pic>
        <p:nvPicPr>
          <p:cNvPr id="121" name="Picture 120" descr="icon_transform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428" y="1968500"/>
            <a:ext cx="380990" cy="380999"/>
          </a:xfrm>
          <a:prstGeom prst="rect">
            <a:avLst/>
          </a:prstGeom>
        </p:spPr>
      </p:pic>
      <p:pic>
        <p:nvPicPr>
          <p:cNvPr id="122" name="Picture 121" descr="icon_network_n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403" y="1968500"/>
            <a:ext cx="380990" cy="380999"/>
          </a:xfrm>
          <a:prstGeom prst="rect">
            <a:avLst/>
          </a:prstGeom>
        </p:spPr>
      </p:pic>
      <p:pic>
        <p:nvPicPr>
          <p:cNvPr id="123" name="Picture 122" descr="icon_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377" y="1968500"/>
            <a:ext cx="380990" cy="380999"/>
          </a:xfrm>
          <a:prstGeom prst="rect">
            <a:avLst/>
          </a:prstGeom>
        </p:spPr>
      </p:pic>
      <p:pic>
        <p:nvPicPr>
          <p:cNvPr id="124" name="Picture 123" descr="icon_bluepri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352" y="1968500"/>
            <a:ext cx="380990" cy="380999"/>
          </a:xfrm>
          <a:prstGeom prst="rect">
            <a:avLst/>
          </a:prstGeom>
        </p:spPr>
      </p:pic>
      <p:pic>
        <p:nvPicPr>
          <p:cNvPr id="125" name="Picture 124" descr="icon_molecu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1326" y="1968500"/>
            <a:ext cx="380990" cy="380999"/>
          </a:xfrm>
          <a:prstGeom prst="rect">
            <a:avLst/>
          </a:prstGeom>
        </p:spPr>
      </p:pic>
      <p:pic>
        <p:nvPicPr>
          <p:cNvPr id="126" name="Picture 125" descr="icon_globe_tow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301" y="1968500"/>
            <a:ext cx="380990" cy="380999"/>
          </a:xfrm>
          <a:prstGeom prst="rect">
            <a:avLst/>
          </a:prstGeom>
        </p:spPr>
      </p:pic>
      <p:pic>
        <p:nvPicPr>
          <p:cNvPr id="127" name="Picture 126" descr="icon_peo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0990" y="3556000"/>
            <a:ext cx="253993" cy="254000"/>
          </a:xfrm>
          <a:prstGeom prst="rect">
            <a:avLst/>
          </a:prstGeom>
        </p:spPr>
      </p:pic>
      <p:pic>
        <p:nvPicPr>
          <p:cNvPr id="128" name="Picture 127" descr="icon_cub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990" y="4064000"/>
            <a:ext cx="253993" cy="254000"/>
          </a:xfrm>
          <a:prstGeom prst="rect">
            <a:avLst/>
          </a:prstGeom>
        </p:spPr>
      </p:pic>
      <p:pic>
        <p:nvPicPr>
          <p:cNvPr id="129" name="Picture 128" descr="icon_boo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7238" y="3556000"/>
            <a:ext cx="253993" cy="254000"/>
          </a:xfrm>
          <a:prstGeom prst="rect">
            <a:avLst/>
          </a:prstGeom>
        </p:spPr>
      </p:pic>
      <p:pic>
        <p:nvPicPr>
          <p:cNvPr id="130" name="Picture 129" descr="icon_wrench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238" y="4064000"/>
            <a:ext cx="253993" cy="254000"/>
          </a:xfrm>
          <a:prstGeom prst="rect">
            <a:avLst/>
          </a:prstGeom>
        </p:spPr>
      </p:pic>
      <p:pic>
        <p:nvPicPr>
          <p:cNvPr id="131" name="Picture 130" descr="icon_arro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476" y="5588000"/>
            <a:ext cx="253993" cy="254000"/>
          </a:xfrm>
          <a:prstGeom prst="rect">
            <a:avLst/>
          </a:prstGeom>
        </p:spPr>
      </p:pic>
      <p:pic>
        <p:nvPicPr>
          <p:cNvPr id="132" name="Picture 131" descr="icon_char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04952" y="5588000"/>
            <a:ext cx="253993" cy="254000"/>
          </a:xfrm>
          <a:prstGeom prst="rect">
            <a:avLst/>
          </a:prstGeom>
        </p:spPr>
      </p:pic>
      <p:pic>
        <p:nvPicPr>
          <p:cNvPr id="133" name="Picture 132" descr="icon_tower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57428" y="5588000"/>
            <a:ext cx="253993" cy="254000"/>
          </a:xfrm>
          <a:prstGeom prst="rect">
            <a:avLst/>
          </a:prstGeom>
        </p:spPr>
      </p:pic>
      <p:pic>
        <p:nvPicPr>
          <p:cNvPr id="134" name="Picture 133" descr="icon_people_grou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09904" y="5588000"/>
            <a:ext cx="253993" cy="254000"/>
          </a:xfrm>
          <a:prstGeom prst="rect">
            <a:avLst/>
          </a:prstGeom>
        </p:spPr>
      </p:pic>
      <p:pic>
        <p:nvPicPr>
          <p:cNvPr id="135" name="Picture 134" descr="icon_brain_bottom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62380" y="5588000"/>
            <a:ext cx="253993" cy="254000"/>
          </a:xfrm>
          <a:prstGeom prst="rect">
            <a:avLst/>
          </a:prstGeom>
        </p:spPr>
      </p:pic>
      <p:pic>
        <p:nvPicPr>
          <p:cNvPr id="136" name="Picture 135" descr="icon_blueprint_botto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4857" y="5588000"/>
            <a:ext cx="253993" cy="254000"/>
          </a:xfrm>
          <a:prstGeom prst="rect">
            <a:avLst/>
          </a:prstGeom>
        </p:spPr>
      </p:pic>
      <p:pic>
        <p:nvPicPr>
          <p:cNvPr id="137" name="Picture 136" descr="icon_network_bottom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333" y="5588000"/>
            <a:ext cx="253993" cy="254000"/>
          </a:xfrm>
          <a:prstGeom prst="rect">
            <a:avLst/>
          </a:prstGeom>
        </p:spPr>
      </p:pic>
      <p:pic>
        <p:nvPicPr>
          <p:cNvPr id="138" name="Picture 137" descr="icon_globe_bottom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19809" y="5588000"/>
            <a:ext cx="253993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