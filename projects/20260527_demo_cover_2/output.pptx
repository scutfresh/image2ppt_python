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meline Line"/>
          <p:cNvSpPr/>
          <p:nvPr/>
        </p:nvSpPr>
        <p:spPr>
          <a:xfrm>
            <a:off x="634984" y="1270000"/>
            <a:ext cx="10921726" cy="12700"/>
          </a:xfrm>
          <a:prstGeom prst="rect">
            <a:avLst/>
          </a:prstGeom>
          <a:solidFill>
            <a:srgbClr val="00FFFF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.0"/>
          <p:cNvSpPr/>
          <p:nvPr/>
        </p:nvSpPr>
        <p:spPr>
          <a:xfrm>
            <a:off x="507987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1.1"/>
          <p:cNvSpPr/>
          <p:nvPr/>
        </p:nvSpPr>
        <p:spPr>
          <a:xfrm>
            <a:off x="1777955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2.0"/>
          <p:cNvSpPr/>
          <p:nvPr/>
        </p:nvSpPr>
        <p:spPr>
          <a:xfrm>
            <a:off x="3047923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.1"/>
          <p:cNvSpPr/>
          <p:nvPr/>
        </p:nvSpPr>
        <p:spPr>
          <a:xfrm>
            <a:off x="4317892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2.2"/>
          <p:cNvSpPr/>
          <p:nvPr/>
        </p:nvSpPr>
        <p:spPr>
          <a:xfrm>
            <a:off x="5587860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3.0"/>
          <p:cNvSpPr/>
          <p:nvPr/>
        </p:nvSpPr>
        <p:spPr>
          <a:xfrm>
            <a:off x="6857828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.1"/>
          <p:cNvSpPr/>
          <p:nvPr/>
        </p:nvSpPr>
        <p:spPr>
          <a:xfrm>
            <a:off x="8127796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4.0"/>
          <p:cNvSpPr/>
          <p:nvPr/>
        </p:nvSpPr>
        <p:spPr>
          <a:xfrm>
            <a:off x="9397765" y="1523999"/>
            <a:ext cx="1015974" cy="1523999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ircle 1"/>
          <p:cNvSpPr/>
          <p:nvPr/>
        </p:nvSpPr>
        <p:spPr>
          <a:xfrm>
            <a:off x="825479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ircle 2"/>
          <p:cNvSpPr/>
          <p:nvPr/>
        </p:nvSpPr>
        <p:spPr>
          <a:xfrm>
            <a:off x="2095447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ircle 3"/>
          <p:cNvSpPr/>
          <p:nvPr/>
        </p:nvSpPr>
        <p:spPr>
          <a:xfrm>
            <a:off x="3365415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rcle 4"/>
          <p:cNvSpPr/>
          <p:nvPr/>
        </p:nvSpPr>
        <p:spPr>
          <a:xfrm>
            <a:off x="4635384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ircle 5"/>
          <p:cNvSpPr/>
          <p:nvPr/>
        </p:nvSpPr>
        <p:spPr>
          <a:xfrm>
            <a:off x="5905352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rcle 6"/>
          <p:cNvSpPr/>
          <p:nvPr/>
        </p:nvSpPr>
        <p:spPr>
          <a:xfrm>
            <a:off x="7175320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ircle 7"/>
          <p:cNvSpPr/>
          <p:nvPr/>
        </p:nvSpPr>
        <p:spPr>
          <a:xfrm>
            <a:off x="8445288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ircle 8"/>
          <p:cNvSpPr/>
          <p:nvPr/>
        </p:nvSpPr>
        <p:spPr>
          <a:xfrm>
            <a:off x="9715257" y="1143000"/>
            <a:ext cx="253993" cy="254000"/>
          </a:xfrm>
          <a:prstGeom prst="rect">
            <a:avLst/>
          </a:prstGeom>
          <a:solidFill>
            <a:srgbClr val="00F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Box 1"/>
          <p:cNvSpPr/>
          <p:nvPr/>
        </p:nvSpPr>
        <p:spPr>
          <a:xfrm>
            <a:off x="380990" y="3619499"/>
            <a:ext cx="1015974" cy="444500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Box 2"/>
          <p:cNvSpPr/>
          <p:nvPr/>
        </p:nvSpPr>
        <p:spPr>
          <a:xfrm>
            <a:off x="380990" y="4127499"/>
            <a:ext cx="1015974" cy="444500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Box 1"/>
          <p:cNvSpPr/>
          <p:nvPr/>
        </p:nvSpPr>
        <p:spPr>
          <a:xfrm>
            <a:off x="10794730" y="3619499"/>
            <a:ext cx="1015974" cy="444500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Box 2"/>
          <p:cNvSpPr/>
          <p:nvPr/>
        </p:nvSpPr>
        <p:spPr>
          <a:xfrm>
            <a:off x="10794730" y="4127499"/>
            <a:ext cx="1015974" cy="444500"/>
          </a:xfrm>
          <a:prstGeom prst="rect">
            <a:avLst/>
          </a:prstGeom>
          <a:solidFill>
            <a:srgbClr val="001A33"/>
          </a:solidFill>
          <a:ln w="63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tom Curve"/>
          <p:cNvSpPr/>
          <p:nvPr/>
        </p:nvSpPr>
        <p:spPr>
          <a:xfrm>
            <a:off x="634984" y="5842000"/>
            <a:ext cx="10921726" cy="635000"/>
          </a:xfrm>
          <a:prstGeom prst="rect">
            <a:avLst/>
          </a:prstGeom>
          <a:noFill/>
          <a:ln w="1904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row Bottom End"/>
          <p:cNvSpPr/>
          <p:nvPr/>
        </p:nvSpPr>
        <p:spPr>
          <a:xfrm>
            <a:off x="11112222" y="5397500"/>
            <a:ext cx="317492" cy="317500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10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77" y="1778000"/>
            <a:ext cx="380990" cy="380999"/>
          </a:xfrm>
          <a:prstGeom prst="rect">
            <a:avLst/>
          </a:prstGeom>
        </p:spPr>
      </p:pic>
      <p:pic>
        <p:nvPicPr>
          <p:cNvPr id="27" name="Picture 26" descr="icon_11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946" y="1778000"/>
            <a:ext cx="380990" cy="380999"/>
          </a:xfrm>
          <a:prstGeom prst="rect">
            <a:avLst/>
          </a:prstGeom>
        </p:spPr>
      </p:pic>
      <p:pic>
        <p:nvPicPr>
          <p:cNvPr id="28" name="Picture 27" descr="icon_20_transfor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14" y="1778000"/>
            <a:ext cx="380990" cy="380999"/>
          </a:xfrm>
          <a:prstGeom prst="rect">
            <a:avLst/>
          </a:prstGeom>
        </p:spPr>
      </p:pic>
      <p:pic>
        <p:nvPicPr>
          <p:cNvPr id="29" name="Picture 28" descr="icon_21_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882" y="1778000"/>
            <a:ext cx="380990" cy="380999"/>
          </a:xfrm>
          <a:prstGeom prst="rect">
            <a:avLst/>
          </a:prstGeom>
        </p:spPr>
      </p:pic>
      <p:pic>
        <p:nvPicPr>
          <p:cNvPr id="30" name="Picture 29" descr="icon_22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8850" y="1778000"/>
            <a:ext cx="380990" cy="380999"/>
          </a:xfrm>
          <a:prstGeom prst="rect">
            <a:avLst/>
          </a:prstGeom>
        </p:spPr>
      </p:pic>
      <p:pic>
        <p:nvPicPr>
          <p:cNvPr id="31" name="Picture 30" descr="icon_30_bluepr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19" y="1778000"/>
            <a:ext cx="380990" cy="380999"/>
          </a:xfrm>
          <a:prstGeom prst="rect">
            <a:avLst/>
          </a:prstGeom>
        </p:spPr>
      </p:pic>
      <p:pic>
        <p:nvPicPr>
          <p:cNvPr id="32" name="Picture 31" descr="icon_31_molecu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8787" y="1778000"/>
            <a:ext cx="380990" cy="380999"/>
          </a:xfrm>
          <a:prstGeom prst="rect">
            <a:avLst/>
          </a:prstGeom>
        </p:spPr>
      </p:pic>
      <p:pic>
        <p:nvPicPr>
          <p:cNvPr id="33" name="Picture 32" descr="icon_40_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8755" y="1778000"/>
            <a:ext cx="380990" cy="380999"/>
          </a:xfrm>
          <a:prstGeom prst="rect">
            <a:avLst/>
          </a:prstGeom>
        </p:spPr>
      </p:pic>
      <p:pic>
        <p:nvPicPr>
          <p:cNvPr id="34" name="Picture 33" descr="central_engine_graphi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9936" y="3492500"/>
            <a:ext cx="7111822" cy="1587499"/>
          </a:xfrm>
          <a:prstGeom prst="rect">
            <a:avLst/>
          </a:prstGeom>
        </p:spPr>
      </p:pic>
      <p:pic>
        <p:nvPicPr>
          <p:cNvPr id="35" name="Picture 34" descr="icon_bottom_1_doo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971" y="5588000"/>
            <a:ext cx="317492" cy="317500"/>
          </a:xfrm>
          <a:prstGeom prst="rect">
            <a:avLst/>
          </a:prstGeom>
        </p:spPr>
      </p:pic>
      <p:pic>
        <p:nvPicPr>
          <p:cNvPr id="36" name="Picture 35" descr="icon_bottom_2_char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447" y="5588000"/>
            <a:ext cx="317492" cy="317500"/>
          </a:xfrm>
          <a:prstGeom prst="rect">
            <a:avLst/>
          </a:prstGeom>
        </p:spPr>
      </p:pic>
      <p:pic>
        <p:nvPicPr>
          <p:cNvPr id="37" name="Picture 36" descr="icon_bottom_3_tow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7923" y="5588000"/>
            <a:ext cx="317492" cy="317500"/>
          </a:xfrm>
          <a:prstGeom prst="rect">
            <a:avLst/>
          </a:prstGeom>
        </p:spPr>
      </p:pic>
      <p:pic>
        <p:nvPicPr>
          <p:cNvPr id="38" name="Picture 37" descr="icon_bottom_4_peop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399" y="5588000"/>
            <a:ext cx="317492" cy="317500"/>
          </a:xfrm>
          <a:prstGeom prst="rect">
            <a:avLst/>
          </a:prstGeom>
        </p:spPr>
      </p:pic>
      <p:pic>
        <p:nvPicPr>
          <p:cNvPr id="39" name="Picture 38" descr="icon_bottom_5_brai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2876" y="5588000"/>
            <a:ext cx="317492" cy="317500"/>
          </a:xfrm>
          <a:prstGeom prst="rect">
            <a:avLst/>
          </a:prstGeom>
        </p:spPr>
      </p:pic>
      <p:pic>
        <p:nvPicPr>
          <p:cNvPr id="40" name="Picture 39" descr="icon_bottom_6_bluepri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5352" y="5588000"/>
            <a:ext cx="317492" cy="317500"/>
          </a:xfrm>
          <a:prstGeom prst="rect">
            <a:avLst/>
          </a:prstGeom>
        </p:spPr>
      </p:pic>
      <p:pic>
        <p:nvPicPr>
          <p:cNvPr id="41" name="Picture 40" descr="icon_bottom_7_networ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7828" y="5588000"/>
            <a:ext cx="317492" cy="317500"/>
          </a:xfrm>
          <a:prstGeom prst="rect">
            <a:avLst/>
          </a:prstGeom>
        </p:spPr>
      </p:pic>
      <p:pic>
        <p:nvPicPr>
          <p:cNvPr id="42" name="Picture 41" descr="icon_bottom_8_glob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10304" y="5588000"/>
            <a:ext cx="317492" cy="317500"/>
          </a:xfrm>
          <a:prstGeom prst="rect">
            <a:avLst/>
          </a:prstGeom>
        </p:spPr>
      </p:pic>
      <p:pic>
        <p:nvPicPr>
          <p:cNvPr id="43" name="Picture 42" descr="icon_left_peopl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485" y="3746500"/>
            <a:ext cx="253993" cy="254000"/>
          </a:xfrm>
          <a:prstGeom prst="rect">
            <a:avLst/>
          </a:prstGeom>
        </p:spPr>
      </p:pic>
      <p:pic>
        <p:nvPicPr>
          <p:cNvPr id="44" name="Picture 43" descr="icon_left_cub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485" y="4254500"/>
            <a:ext cx="253993" cy="254000"/>
          </a:xfrm>
          <a:prstGeom prst="rect">
            <a:avLst/>
          </a:prstGeom>
        </p:spPr>
      </p:pic>
      <p:pic>
        <p:nvPicPr>
          <p:cNvPr id="45" name="Picture 44" descr="icon_right_boo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5225" y="3746500"/>
            <a:ext cx="253993" cy="254000"/>
          </a:xfrm>
          <a:prstGeom prst="rect">
            <a:avLst/>
          </a:prstGeom>
        </p:spPr>
      </p:pic>
      <p:pic>
        <p:nvPicPr>
          <p:cNvPr id="46" name="Picture 45" descr="icon_right_tool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85225" y="4254500"/>
            <a:ext cx="253993" cy="254000"/>
          </a:xfrm>
          <a:prstGeom prst="rect">
            <a:avLst/>
          </a:prstGeom>
        </p:spPr>
      </p:pic>
      <p:sp>
        <p:nvSpPr>
          <p:cNvPr id="47" name="Title Main"/>
          <p:cNvSpPr txBox="1"/>
          <p:nvPr/>
        </p:nvSpPr>
        <p:spPr>
          <a:xfrm>
            <a:off x="3809904" y="254000"/>
            <a:ext cx="457188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“大瓦特” 演进路线图</a:t>
            </a:r>
          </a:p>
        </p:txBody>
      </p:sp>
      <p:sp>
        <p:nvSpPr>
          <p:cNvPr id="48" name="Subtitle 1"/>
          <p:cNvSpPr txBox="1"/>
          <p:nvPr/>
        </p:nvSpPr>
        <p:spPr>
          <a:xfrm>
            <a:off x="5079873" y="889000"/>
            <a:ext cx="2031949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49" name="Subtitle 2"/>
          <p:cNvSpPr txBox="1"/>
          <p:nvPr/>
        </p:nvSpPr>
        <p:spPr>
          <a:xfrm>
            <a:off x="4762380" y="1174750"/>
            <a:ext cx="2666933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50" name="Version 1.0"/>
          <p:cNvSpPr txBox="1"/>
          <p:nvPr/>
        </p:nvSpPr>
        <p:spPr>
          <a:xfrm>
            <a:off x="634984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51" name="Version 1.1"/>
          <p:cNvSpPr txBox="1"/>
          <p:nvPr/>
        </p:nvSpPr>
        <p:spPr>
          <a:xfrm>
            <a:off x="1904952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52" name="Version 2.0"/>
          <p:cNvSpPr txBox="1"/>
          <p:nvPr/>
        </p:nvSpPr>
        <p:spPr>
          <a:xfrm>
            <a:off x="3174920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53" name="Version 2.1"/>
          <p:cNvSpPr txBox="1"/>
          <p:nvPr/>
        </p:nvSpPr>
        <p:spPr>
          <a:xfrm>
            <a:off x="4444888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54" name="Version 2.2"/>
          <p:cNvSpPr txBox="1"/>
          <p:nvPr/>
        </p:nvSpPr>
        <p:spPr>
          <a:xfrm>
            <a:off x="5714857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55" name="Version 3.0"/>
          <p:cNvSpPr txBox="1"/>
          <p:nvPr/>
        </p:nvSpPr>
        <p:spPr>
          <a:xfrm>
            <a:off x="6984825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56" name="Version 3.1"/>
          <p:cNvSpPr txBox="1"/>
          <p:nvPr/>
        </p:nvSpPr>
        <p:spPr>
          <a:xfrm>
            <a:off x="8254793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57" name="Version 4.0"/>
          <p:cNvSpPr txBox="1"/>
          <p:nvPr/>
        </p:nvSpPr>
        <p:spPr>
          <a:xfrm>
            <a:off x="9524761" y="1333500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58" name="Date 1.0"/>
          <p:cNvSpPr txBox="1"/>
          <p:nvPr/>
        </p:nvSpPr>
        <p:spPr>
          <a:xfrm>
            <a:off x="1460463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59" name="Date 1.1"/>
          <p:cNvSpPr txBox="1"/>
          <p:nvPr/>
        </p:nvSpPr>
        <p:spPr>
          <a:xfrm>
            <a:off x="2730431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60" name="Date 2.0"/>
          <p:cNvSpPr txBox="1"/>
          <p:nvPr/>
        </p:nvSpPr>
        <p:spPr>
          <a:xfrm>
            <a:off x="4000399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61" name="Date 2.1"/>
          <p:cNvSpPr txBox="1"/>
          <p:nvPr/>
        </p:nvSpPr>
        <p:spPr>
          <a:xfrm>
            <a:off x="5270368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62" name="Date 2.2"/>
          <p:cNvSpPr txBox="1"/>
          <p:nvPr/>
        </p:nvSpPr>
        <p:spPr>
          <a:xfrm>
            <a:off x="6540336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63" name="Date 3.0"/>
          <p:cNvSpPr txBox="1"/>
          <p:nvPr/>
        </p:nvSpPr>
        <p:spPr>
          <a:xfrm>
            <a:off x="7810304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64" name="Date 3.1"/>
          <p:cNvSpPr txBox="1"/>
          <p:nvPr/>
        </p:nvSpPr>
        <p:spPr>
          <a:xfrm>
            <a:off x="9080272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65" name="Date 4.0"/>
          <p:cNvSpPr txBox="1"/>
          <p:nvPr/>
        </p:nvSpPr>
        <p:spPr>
          <a:xfrm>
            <a:off x="10350241" y="13652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CCCCCC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66" name="Position 1.0"/>
          <p:cNvSpPr txBox="1"/>
          <p:nvPr/>
        </p:nvSpPr>
        <p:spPr>
          <a:xfrm>
            <a:off x="698482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67" name="Position 1.1"/>
          <p:cNvSpPr txBox="1"/>
          <p:nvPr/>
        </p:nvSpPr>
        <p:spPr>
          <a:xfrm>
            <a:off x="1968450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68" name="Position 2.0"/>
          <p:cNvSpPr txBox="1"/>
          <p:nvPr/>
        </p:nvSpPr>
        <p:spPr>
          <a:xfrm>
            <a:off x="3238419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69" name="Position 2.1"/>
          <p:cNvSpPr txBox="1"/>
          <p:nvPr/>
        </p:nvSpPr>
        <p:spPr>
          <a:xfrm>
            <a:off x="4508387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70" name="Position 2.2"/>
          <p:cNvSpPr txBox="1"/>
          <p:nvPr/>
        </p:nvSpPr>
        <p:spPr>
          <a:xfrm>
            <a:off x="5778355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71" name="Position 3.0"/>
          <p:cNvSpPr txBox="1"/>
          <p:nvPr/>
        </p:nvSpPr>
        <p:spPr>
          <a:xfrm>
            <a:off x="7048323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72" name="Position 3.1"/>
          <p:cNvSpPr txBox="1"/>
          <p:nvPr/>
        </p:nvSpPr>
        <p:spPr>
          <a:xfrm>
            <a:off x="8318292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73" name="Position 4.0"/>
          <p:cNvSpPr txBox="1"/>
          <p:nvPr/>
        </p:nvSpPr>
        <p:spPr>
          <a:xfrm>
            <a:off x="9588260" y="15874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1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74" name="Highlight 1.0"/>
          <p:cNvSpPr txBox="1"/>
          <p:nvPr/>
        </p:nvSpPr>
        <p:spPr>
          <a:xfrm>
            <a:off x="952476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5" name="Highlight 1.1"/>
          <p:cNvSpPr txBox="1"/>
          <p:nvPr/>
        </p:nvSpPr>
        <p:spPr>
          <a:xfrm>
            <a:off x="2222444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6" name="Highlight 2.0"/>
          <p:cNvSpPr txBox="1"/>
          <p:nvPr/>
        </p:nvSpPr>
        <p:spPr>
          <a:xfrm>
            <a:off x="3492412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7" name="Highlight 2.1"/>
          <p:cNvSpPr txBox="1"/>
          <p:nvPr/>
        </p:nvSpPr>
        <p:spPr>
          <a:xfrm>
            <a:off x="4762380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8" name="Highlight 2.2"/>
          <p:cNvSpPr txBox="1"/>
          <p:nvPr/>
        </p:nvSpPr>
        <p:spPr>
          <a:xfrm>
            <a:off x="6032349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9" name="Highlight 3.0"/>
          <p:cNvSpPr txBox="1"/>
          <p:nvPr/>
        </p:nvSpPr>
        <p:spPr>
          <a:xfrm>
            <a:off x="7302317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0" name="Highlight 3.1"/>
          <p:cNvSpPr txBox="1"/>
          <p:nvPr/>
        </p:nvSpPr>
        <p:spPr>
          <a:xfrm>
            <a:off x="8572285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1" name="Highlight 4.0"/>
          <p:cNvSpPr txBox="1"/>
          <p:nvPr/>
        </p:nvSpPr>
        <p:spPr>
          <a:xfrm>
            <a:off x="9842253" y="22225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2" name="Detail 1.0"/>
          <p:cNvSpPr txBox="1"/>
          <p:nvPr/>
        </p:nvSpPr>
        <p:spPr>
          <a:xfrm>
            <a:off x="634984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83" name="Detail 1.1"/>
          <p:cNvSpPr txBox="1"/>
          <p:nvPr/>
        </p:nvSpPr>
        <p:spPr>
          <a:xfrm>
            <a:off x="1904952" y="2413000"/>
            <a:ext cx="76198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底座全面迭代升级，正式备千亿级参数规模模型能力。</a:t>
            </a:r>
          </a:p>
        </p:txBody>
      </p:sp>
      <p:sp>
        <p:nvSpPr>
          <p:cNvPr id="84" name="Detail 2.0"/>
          <p:cNvSpPr txBox="1"/>
          <p:nvPr/>
        </p:nvSpPr>
        <p:spPr>
          <a:xfrm>
            <a:off x="3174920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85" name="Detail 2.1"/>
          <p:cNvSpPr txBox="1"/>
          <p:nvPr/>
        </p:nvSpPr>
        <p:spPr>
          <a:xfrm>
            <a:off x="4444888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86" name="Detail 2.2"/>
          <p:cNvSpPr txBox="1"/>
          <p:nvPr/>
        </p:nvSpPr>
        <p:spPr>
          <a:xfrm>
            <a:off x="5714857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87" name="Detail 3.0"/>
          <p:cNvSpPr txBox="1"/>
          <p:nvPr/>
        </p:nvSpPr>
        <p:spPr>
          <a:xfrm>
            <a:off x="6984825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88" name="Detail 3.1"/>
          <p:cNvSpPr txBox="1"/>
          <p:nvPr/>
        </p:nvSpPr>
        <p:spPr>
          <a:xfrm>
            <a:off x="8254793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89" name="Detail 4.0"/>
          <p:cNvSpPr txBox="1"/>
          <p:nvPr/>
        </p:nvSpPr>
        <p:spPr>
          <a:xfrm>
            <a:off x="9524761" y="2413000"/>
            <a:ext cx="76198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99" b="0" i="0">
                <a:solidFill>
                  <a:srgbClr val="DDDDDD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90" name="Center Title 1"/>
          <p:cNvSpPr txBox="1"/>
          <p:nvPr/>
        </p:nvSpPr>
        <p:spPr>
          <a:xfrm>
            <a:off x="5397365" y="3301999"/>
            <a:ext cx="139696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91" name="Center Title 2"/>
          <p:cNvSpPr txBox="1"/>
          <p:nvPr/>
        </p:nvSpPr>
        <p:spPr>
          <a:xfrm>
            <a:off x="4444888" y="3556000"/>
            <a:ext cx="3301917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92" name="Base 1"/>
          <p:cNvSpPr txBox="1"/>
          <p:nvPr/>
        </p:nvSpPr>
        <p:spPr>
          <a:xfrm>
            <a:off x="4127396" y="3809999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93" name="Base 2"/>
          <p:cNvSpPr txBox="1"/>
          <p:nvPr/>
        </p:nvSpPr>
        <p:spPr>
          <a:xfrm>
            <a:off x="5397365" y="3809999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94" name="Base 3"/>
          <p:cNvSpPr txBox="1"/>
          <p:nvPr/>
        </p:nvSpPr>
        <p:spPr>
          <a:xfrm>
            <a:off x="6667333" y="3809999"/>
            <a:ext cx="114297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95" name="Eco Left 1"/>
          <p:cNvSpPr txBox="1"/>
          <p:nvPr/>
        </p:nvSpPr>
        <p:spPr>
          <a:xfrm>
            <a:off x="507987" y="3683000"/>
            <a:ext cx="76198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96" name="Eco Left 2"/>
          <p:cNvSpPr txBox="1"/>
          <p:nvPr/>
        </p:nvSpPr>
        <p:spPr>
          <a:xfrm>
            <a:off x="507987" y="4190999"/>
            <a:ext cx="76198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97" name="Eco Right 1"/>
          <p:cNvSpPr txBox="1"/>
          <p:nvPr/>
        </p:nvSpPr>
        <p:spPr>
          <a:xfrm>
            <a:off x="10921726" y="3683000"/>
            <a:ext cx="76198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98" name="Eco Right 2"/>
          <p:cNvSpPr txBox="1"/>
          <p:nvPr/>
        </p:nvSpPr>
        <p:spPr>
          <a:xfrm>
            <a:off x="10921726" y="4190999"/>
            <a:ext cx="76198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99" name="Subdomain 1"/>
          <p:cNvSpPr txBox="1"/>
          <p:nvPr/>
        </p:nvSpPr>
        <p:spPr>
          <a:xfrm>
            <a:off x="4762380" y="4572000"/>
            <a:ext cx="2666933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100" name="Domain 1"/>
          <p:cNvSpPr txBox="1"/>
          <p:nvPr/>
        </p:nvSpPr>
        <p:spPr>
          <a:xfrm>
            <a:off x="2539936" y="49529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101" name="Domain 2"/>
          <p:cNvSpPr txBox="1"/>
          <p:nvPr/>
        </p:nvSpPr>
        <p:spPr>
          <a:xfrm>
            <a:off x="3809904" y="49529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102" name="Domain 3"/>
          <p:cNvSpPr txBox="1"/>
          <p:nvPr/>
        </p:nvSpPr>
        <p:spPr>
          <a:xfrm>
            <a:off x="5079873" y="49529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103" name="Domain 4"/>
          <p:cNvSpPr txBox="1"/>
          <p:nvPr/>
        </p:nvSpPr>
        <p:spPr>
          <a:xfrm>
            <a:off x="6349841" y="49529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104" name="Domain 5"/>
          <p:cNvSpPr txBox="1"/>
          <p:nvPr/>
        </p:nvSpPr>
        <p:spPr>
          <a:xfrm>
            <a:off x="7619809" y="49529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9" b="0" i="0">
                <a:solidFill>
                  <a:srgbClr val="AADD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105" name="Evolution Label"/>
          <p:cNvSpPr txBox="1"/>
          <p:nvPr/>
        </p:nvSpPr>
        <p:spPr>
          <a:xfrm>
            <a:off x="317492" y="5397500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106" name="Step 1"/>
          <p:cNvSpPr txBox="1"/>
          <p:nvPr/>
        </p:nvSpPr>
        <p:spPr>
          <a:xfrm>
            <a:off x="952476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107" name="Step 2"/>
          <p:cNvSpPr txBox="1"/>
          <p:nvPr/>
        </p:nvSpPr>
        <p:spPr>
          <a:xfrm>
            <a:off x="1904952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108" name="Step 3"/>
          <p:cNvSpPr txBox="1"/>
          <p:nvPr/>
        </p:nvSpPr>
        <p:spPr>
          <a:xfrm>
            <a:off x="2857428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109" name="Step 4"/>
          <p:cNvSpPr txBox="1"/>
          <p:nvPr/>
        </p:nvSpPr>
        <p:spPr>
          <a:xfrm>
            <a:off x="3809904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110" name="Step 5"/>
          <p:cNvSpPr txBox="1"/>
          <p:nvPr/>
        </p:nvSpPr>
        <p:spPr>
          <a:xfrm>
            <a:off x="4762380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111" name="Step 6"/>
          <p:cNvSpPr txBox="1"/>
          <p:nvPr/>
        </p:nvSpPr>
        <p:spPr>
          <a:xfrm>
            <a:off x="5714857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112" name="Step 7"/>
          <p:cNvSpPr txBox="1"/>
          <p:nvPr/>
        </p:nvSpPr>
        <p:spPr>
          <a:xfrm>
            <a:off x="6667333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113" name="Step 8"/>
          <p:cNvSpPr txBox="1"/>
          <p:nvPr/>
        </p:nvSpPr>
        <p:spPr>
          <a:xfrm>
            <a:off x="7619809" y="6032499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