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6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1657"/>
          </a:xfrm>
          <a:prstGeom prst="rect">
            <a:avLst/>
          </a:prstGeom>
        </p:spPr>
      </p:pic>
      <p:pic>
        <p:nvPicPr>
          <p:cNvPr id="3" name="Picture 2" descr="background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61657"/>
          </a:xfrm>
          <a:prstGeom prst="rect">
            <a:avLst/>
          </a:prstGeom>
        </p:spPr>
      </p:pic>
      <p:pic>
        <p:nvPicPr>
          <p:cNvPr id="4" name="Picture 3" descr="light_ef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61657"/>
          </a:xfrm>
          <a:prstGeom prst="rect">
            <a:avLst/>
          </a:prstGeom>
        </p:spPr>
      </p:pic>
      <p:pic>
        <p:nvPicPr>
          <p:cNvPr id="5" name="Picture 4" descr="top_right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272" y="109378"/>
            <a:ext cx="1312503" cy="984403"/>
          </a:xfrm>
          <a:prstGeom prst="rect">
            <a:avLst/>
          </a:prstGeom>
        </p:spPr>
      </p:pic>
      <p:pic>
        <p:nvPicPr>
          <p:cNvPr id="6" name="Picture 5" descr="bottom_left_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338" y="3974073"/>
            <a:ext cx="656251" cy="437512"/>
          </a:xfrm>
          <a:prstGeom prst="rect">
            <a:avLst/>
          </a:prstGeom>
        </p:spPr>
      </p:pic>
      <p:pic>
        <p:nvPicPr>
          <p:cNvPr id="7" name="Picture 6" descr="bottom_right_fac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9184" y="3718857"/>
            <a:ext cx="802085" cy="692728"/>
          </a:xfrm>
          <a:prstGeom prst="rect">
            <a:avLst/>
          </a:prstGeom>
        </p:spPr>
      </p:pic>
      <p:pic>
        <p:nvPicPr>
          <p:cNvPr id="8" name="Picture 7" descr="central_eng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922" y="3135507"/>
            <a:ext cx="5687513" cy="1494835"/>
          </a:xfrm>
          <a:prstGeom prst="rect">
            <a:avLst/>
          </a:prstGeom>
        </p:spPr>
      </p:pic>
      <p:pic>
        <p:nvPicPr>
          <p:cNvPr id="9" name="Picture 8" descr="shadow_under_central_eng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922" y="4630342"/>
            <a:ext cx="5687513" cy="473972"/>
          </a:xfrm>
          <a:prstGeom prst="rect">
            <a:avLst/>
          </a:prstGeom>
        </p:spPr>
      </p:pic>
      <p:sp>
        <p:nvSpPr>
          <p:cNvPr id="10" name="roundRect_1"/>
          <p:cNvSpPr/>
          <p:nvPr/>
        </p:nvSpPr>
        <p:spPr>
          <a:xfrm>
            <a:off x="182292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Rect_2"/>
          <p:cNvSpPr/>
          <p:nvPr/>
        </p:nvSpPr>
        <p:spPr>
          <a:xfrm>
            <a:off x="1640628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Rect_3"/>
          <p:cNvSpPr/>
          <p:nvPr/>
        </p:nvSpPr>
        <p:spPr>
          <a:xfrm>
            <a:off x="2953131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Rect_4"/>
          <p:cNvSpPr/>
          <p:nvPr/>
        </p:nvSpPr>
        <p:spPr>
          <a:xfrm>
            <a:off x="4265634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Rect_5"/>
          <p:cNvSpPr/>
          <p:nvPr/>
        </p:nvSpPr>
        <p:spPr>
          <a:xfrm>
            <a:off x="5578138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Rect_6"/>
          <p:cNvSpPr/>
          <p:nvPr/>
        </p:nvSpPr>
        <p:spPr>
          <a:xfrm>
            <a:off x="6890641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Rect_7"/>
          <p:cNvSpPr/>
          <p:nvPr/>
        </p:nvSpPr>
        <p:spPr>
          <a:xfrm>
            <a:off x="8203144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Rect_8"/>
          <p:cNvSpPr/>
          <p:nvPr/>
        </p:nvSpPr>
        <p:spPr>
          <a:xfrm>
            <a:off x="9515647" y="1203159"/>
            <a:ext cx="1239586" cy="1895888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Rect_9"/>
          <p:cNvSpPr/>
          <p:nvPr/>
        </p:nvSpPr>
        <p:spPr>
          <a:xfrm>
            <a:off x="255208" y="3317804"/>
            <a:ext cx="1276044" cy="473972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Rect_10"/>
          <p:cNvSpPr/>
          <p:nvPr/>
        </p:nvSpPr>
        <p:spPr>
          <a:xfrm>
            <a:off x="255208" y="3937614"/>
            <a:ext cx="1276044" cy="473972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Rect_11"/>
          <p:cNvSpPr/>
          <p:nvPr/>
        </p:nvSpPr>
        <p:spPr>
          <a:xfrm>
            <a:off x="9442730" y="3317804"/>
            <a:ext cx="1276044" cy="473972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Rect_12"/>
          <p:cNvSpPr/>
          <p:nvPr/>
        </p:nvSpPr>
        <p:spPr>
          <a:xfrm>
            <a:off x="9442730" y="3937614"/>
            <a:ext cx="1276044" cy="473972"/>
          </a:xfrm>
          <a:prstGeom prst="roundRect">
            <a:avLst/>
          </a:prstGeom>
          <a:solidFill>
            <a:srgbClr val="0A1F44"/>
          </a:solidFill>
          <a:ln w="14583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line_1"/>
          <p:cNvCxnSpPr/>
          <p:nvPr/>
        </p:nvCxnSpPr>
        <p:spPr>
          <a:xfrm>
            <a:off x="1458336" y="1203159"/>
            <a:ext cx="9260439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_2"/>
          <p:cNvCxnSpPr/>
          <p:nvPr/>
        </p:nvCxnSpPr>
        <p:spPr>
          <a:xfrm>
            <a:off x="1421878" y="1276078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e_3"/>
          <p:cNvCxnSpPr/>
          <p:nvPr/>
        </p:nvCxnSpPr>
        <p:spPr>
          <a:xfrm>
            <a:off x="1421878" y="1348997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_4"/>
          <p:cNvCxnSpPr/>
          <p:nvPr/>
        </p:nvCxnSpPr>
        <p:spPr>
          <a:xfrm>
            <a:off x="1421878" y="1421916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e_5"/>
          <p:cNvCxnSpPr/>
          <p:nvPr/>
        </p:nvCxnSpPr>
        <p:spPr>
          <a:xfrm>
            <a:off x="1421878" y="1494835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_6"/>
          <p:cNvCxnSpPr/>
          <p:nvPr/>
        </p:nvCxnSpPr>
        <p:spPr>
          <a:xfrm>
            <a:off x="1421878" y="1567753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7"/>
          <p:cNvCxnSpPr/>
          <p:nvPr/>
        </p:nvCxnSpPr>
        <p:spPr>
          <a:xfrm>
            <a:off x="1421878" y="1640672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8"/>
          <p:cNvCxnSpPr/>
          <p:nvPr/>
        </p:nvCxnSpPr>
        <p:spPr>
          <a:xfrm>
            <a:off x="1421878" y="171359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9"/>
          <p:cNvCxnSpPr/>
          <p:nvPr/>
        </p:nvCxnSpPr>
        <p:spPr>
          <a:xfrm>
            <a:off x="1421878" y="1786510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10"/>
          <p:cNvCxnSpPr/>
          <p:nvPr/>
        </p:nvCxnSpPr>
        <p:spPr>
          <a:xfrm>
            <a:off x="1421878" y="1859428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_11"/>
          <p:cNvCxnSpPr/>
          <p:nvPr/>
        </p:nvCxnSpPr>
        <p:spPr>
          <a:xfrm>
            <a:off x="1421878" y="1932347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e_12"/>
          <p:cNvCxnSpPr/>
          <p:nvPr/>
        </p:nvCxnSpPr>
        <p:spPr>
          <a:xfrm>
            <a:off x="1421878" y="2005266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13"/>
          <p:cNvCxnSpPr/>
          <p:nvPr/>
        </p:nvCxnSpPr>
        <p:spPr>
          <a:xfrm>
            <a:off x="1421878" y="2078185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14"/>
          <p:cNvCxnSpPr/>
          <p:nvPr/>
        </p:nvCxnSpPr>
        <p:spPr>
          <a:xfrm>
            <a:off x="1421878" y="2151104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e_15"/>
          <p:cNvCxnSpPr/>
          <p:nvPr/>
        </p:nvCxnSpPr>
        <p:spPr>
          <a:xfrm>
            <a:off x="1421878" y="2224022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e_16"/>
          <p:cNvCxnSpPr/>
          <p:nvPr/>
        </p:nvCxnSpPr>
        <p:spPr>
          <a:xfrm>
            <a:off x="1421878" y="229694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e_17"/>
          <p:cNvCxnSpPr/>
          <p:nvPr/>
        </p:nvCxnSpPr>
        <p:spPr>
          <a:xfrm>
            <a:off x="1421878" y="2369860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e_18"/>
          <p:cNvCxnSpPr/>
          <p:nvPr/>
        </p:nvCxnSpPr>
        <p:spPr>
          <a:xfrm>
            <a:off x="1421878" y="2442779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ine_19"/>
          <p:cNvCxnSpPr/>
          <p:nvPr/>
        </p:nvCxnSpPr>
        <p:spPr>
          <a:xfrm>
            <a:off x="1421878" y="2515698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e_20"/>
          <p:cNvCxnSpPr/>
          <p:nvPr/>
        </p:nvCxnSpPr>
        <p:spPr>
          <a:xfrm>
            <a:off x="1421878" y="2588616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e_21"/>
          <p:cNvCxnSpPr/>
          <p:nvPr/>
        </p:nvCxnSpPr>
        <p:spPr>
          <a:xfrm>
            <a:off x="1421878" y="2661535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_22"/>
          <p:cNvCxnSpPr/>
          <p:nvPr/>
        </p:nvCxnSpPr>
        <p:spPr>
          <a:xfrm>
            <a:off x="1421878" y="2734454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23"/>
          <p:cNvCxnSpPr/>
          <p:nvPr/>
        </p:nvCxnSpPr>
        <p:spPr>
          <a:xfrm>
            <a:off x="1421878" y="2807373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24"/>
          <p:cNvCxnSpPr/>
          <p:nvPr/>
        </p:nvCxnSpPr>
        <p:spPr>
          <a:xfrm>
            <a:off x="1421878" y="288029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_25"/>
          <p:cNvCxnSpPr/>
          <p:nvPr/>
        </p:nvCxnSpPr>
        <p:spPr>
          <a:xfrm>
            <a:off x="1421878" y="2953210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_26"/>
          <p:cNvCxnSpPr/>
          <p:nvPr/>
        </p:nvCxnSpPr>
        <p:spPr>
          <a:xfrm>
            <a:off x="1421878" y="3026129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ne_27"/>
          <p:cNvCxnSpPr/>
          <p:nvPr/>
        </p:nvCxnSpPr>
        <p:spPr>
          <a:xfrm>
            <a:off x="1421878" y="3099048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ne_28"/>
          <p:cNvCxnSpPr/>
          <p:nvPr/>
        </p:nvCxnSpPr>
        <p:spPr>
          <a:xfrm>
            <a:off x="1421878" y="3171967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ne_29"/>
          <p:cNvCxnSpPr/>
          <p:nvPr/>
        </p:nvCxnSpPr>
        <p:spPr>
          <a:xfrm>
            <a:off x="1421878" y="3244885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ne_30"/>
          <p:cNvCxnSpPr/>
          <p:nvPr/>
        </p:nvCxnSpPr>
        <p:spPr>
          <a:xfrm>
            <a:off x="1421878" y="3317804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_31"/>
          <p:cNvCxnSpPr/>
          <p:nvPr/>
        </p:nvCxnSpPr>
        <p:spPr>
          <a:xfrm>
            <a:off x="1421878" y="3390723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32"/>
          <p:cNvCxnSpPr/>
          <p:nvPr/>
        </p:nvCxnSpPr>
        <p:spPr>
          <a:xfrm>
            <a:off x="1421878" y="3463642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ine_33"/>
          <p:cNvCxnSpPr/>
          <p:nvPr/>
        </p:nvCxnSpPr>
        <p:spPr>
          <a:xfrm>
            <a:off x="1421878" y="3536561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line_34"/>
          <p:cNvCxnSpPr/>
          <p:nvPr/>
        </p:nvCxnSpPr>
        <p:spPr>
          <a:xfrm>
            <a:off x="1421878" y="3609479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ne_35"/>
          <p:cNvCxnSpPr/>
          <p:nvPr/>
        </p:nvCxnSpPr>
        <p:spPr>
          <a:xfrm>
            <a:off x="1421878" y="3682398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ne_36"/>
          <p:cNvCxnSpPr/>
          <p:nvPr/>
        </p:nvCxnSpPr>
        <p:spPr>
          <a:xfrm>
            <a:off x="1421878" y="3755317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line_37"/>
          <p:cNvCxnSpPr/>
          <p:nvPr/>
        </p:nvCxnSpPr>
        <p:spPr>
          <a:xfrm>
            <a:off x="1421878" y="3828236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ne_38"/>
          <p:cNvCxnSpPr/>
          <p:nvPr/>
        </p:nvCxnSpPr>
        <p:spPr>
          <a:xfrm>
            <a:off x="1421878" y="3901154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ine_39"/>
          <p:cNvCxnSpPr/>
          <p:nvPr/>
        </p:nvCxnSpPr>
        <p:spPr>
          <a:xfrm>
            <a:off x="1421878" y="3974073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ine_40"/>
          <p:cNvCxnSpPr/>
          <p:nvPr/>
        </p:nvCxnSpPr>
        <p:spPr>
          <a:xfrm>
            <a:off x="1421878" y="4046992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line_41"/>
          <p:cNvCxnSpPr/>
          <p:nvPr/>
        </p:nvCxnSpPr>
        <p:spPr>
          <a:xfrm>
            <a:off x="1421878" y="411991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line_42"/>
          <p:cNvCxnSpPr/>
          <p:nvPr/>
        </p:nvCxnSpPr>
        <p:spPr>
          <a:xfrm>
            <a:off x="1421878" y="4192830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line_43"/>
          <p:cNvCxnSpPr/>
          <p:nvPr/>
        </p:nvCxnSpPr>
        <p:spPr>
          <a:xfrm>
            <a:off x="1421878" y="4265748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line_44"/>
          <p:cNvCxnSpPr/>
          <p:nvPr/>
        </p:nvCxnSpPr>
        <p:spPr>
          <a:xfrm>
            <a:off x="1421878" y="4338667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ine_45"/>
          <p:cNvCxnSpPr/>
          <p:nvPr/>
        </p:nvCxnSpPr>
        <p:spPr>
          <a:xfrm>
            <a:off x="1421878" y="4411586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line_46"/>
          <p:cNvCxnSpPr/>
          <p:nvPr/>
        </p:nvCxnSpPr>
        <p:spPr>
          <a:xfrm>
            <a:off x="1421878" y="4484505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line_47"/>
          <p:cNvCxnSpPr/>
          <p:nvPr/>
        </p:nvCxnSpPr>
        <p:spPr>
          <a:xfrm>
            <a:off x="1421878" y="4557424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ne_48"/>
          <p:cNvCxnSpPr/>
          <p:nvPr/>
        </p:nvCxnSpPr>
        <p:spPr>
          <a:xfrm>
            <a:off x="1421878" y="4630342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ne_49"/>
          <p:cNvCxnSpPr/>
          <p:nvPr/>
        </p:nvCxnSpPr>
        <p:spPr>
          <a:xfrm>
            <a:off x="1421878" y="470326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ne_50"/>
          <p:cNvCxnSpPr/>
          <p:nvPr/>
        </p:nvCxnSpPr>
        <p:spPr>
          <a:xfrm>
            <a:off x="1421878" y="4776180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ne_51"/>
          <p:cNvCxnSpPr/>
          <p:nvPr/>
        </p:nvCxnSpPr>
        <p:spPr>
          <a:xfrm>
            <a:off x="1421878" y="4849099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ne_52"/>
          <p:cNvCxnSpPr/>
          <p:nvPr/>
        </p:nvCxnSpPr>
        <p:spPr>
          <a:xfrm>
            <a:off x="1421878" y="4922017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line_53"/>
          <p:cNvCxnSpPr/>
          <p:nvPr/>
        </p:nvCxnSpPr>
        <p:spPr>
          <a:xfrm>
            <a:off x="1421878" y="4994936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line_54"/>
          <p:cNvCxnSpPr/>
          <p:nvPr/>
        </p:nvCxnSpPr>
        <p:spPr>
          <a:xfrm>
            <a:off x="1421878" y="5067855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ne_55"/>
          <p:cNvCxnSpPr/>
          <p:nvPr/>
        </p:nvCxnSpPr>
        <p:spPr>
          <a:xfrm>
            <a:off x="1421878" y="5140774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ne_56"/>
          <p:cNvCxnSpPr/>
          <p:nvPr/>
        </p:nvCxnSpPr>
        <p:spPr>
          <a:xfrm>
            <a:off x="1421878" y="5213693"/>
            <a:ext cx="9333355" cy="72918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e_57"/>
          <p:cNvCxnSpPr/>
          <p:nvPr/>
        </p:nvCxnSpPr>
        <p:spPr>
          <a:xfrm>
            <a:off x="1421878" y="5286611"/>
            <a:ext cx="9333355" cy="72919"/>
          </a:xfrm>
          <a:prstGeom prst="line">
            <a:avLst/>
          </a:prstGeom>
          <a:ln w="1458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Picture 78" descr="icon_power_sock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667" y="1859428"/>
            <a:ext cx="291667" cy="401053"/>
          </a:xfrm>
          <a:prstGeom prst="rect">
            <a:avLst/>
          </a:prstGeom>
        </p:spPr>
      </p:pic>
      <p:pic>
        <p:nvPicPr>
          <p:cNvPr id="80" name="Picture 79" descr="icon_sta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3545" y="1859428"/>
            <a:ext cx="401042" cy="401053"/>
          </a:xfrm>
          <a:prstGeom prst="rect">
            <a:avLst/>
          </a:prstGeom>
        </p:spPr>
      </p:pic>
      <p:pic>
        <p:nvPicPr>
          <p:cNvPr id="81" name="Picture 80" descr="icon_facto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6048" y="1859428"/>
            <a:ext cx="401042" cy="401053"/>
          </a:xfrm>
          <a:prstGeom prst="rect">
            <a:avLst/>
          </a:prstGeom>
        </p:spPr>
      </p:pic>
      <p:pic>
        <p:nvPicPr>
          <p:cNvPr id="82" name="Picture 81" descr="icon_netwo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8551" y="1859428"/>
            <a:ext cx="401042" cy="401053"/>
          </a:xfrm>
          <a:prstGeom prst="rect">
            <a:avLst/>
          </a:prstGeom>
        </p:spPr>
      </p:pic>
      <p:pic>
        <p:nvPicPr>
          <p:cNvPr id="83" name="Picture 82" descr="icon_brai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054" y="1859428"/>
            <a:ext cx="401042" cy="401053"/>
          </a:xfrm>
          <a:prstGeom prst="rect">
            <a:avLst/>
          </a:prstGeom>
        </p:spPr>
      </p:pic>
      <p:pic>
        <p:nvPicPr>
          <p:cNvPr id="84" name="Picture 83" descr="icon_bluepri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3557" y="1859428"/>
            <a:ext cx="401042" cy="401053"/>
          </a:xfrm>
          <a:prstGeom prst="rect">
            <a:avLst/>
          </a:prstGeom>
        </p:spPr>
      </p:pic>
      <p:pic>
        <p:nvPicPr>
          <p:cNvPr id="85" name="Picture 84" descr="icon_grap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76061" y="1859428"/>
            <a:ext cx="401042" cy="401053"/>
          </a:xfrm>
          <a:prstGeom prst="rect">
            <a:avLst/>
          </a:prstGeom>
        </p:spPr>
      </p:pic>
      <p:pic>
        <p:nvPicPr>
          <p:cNvPr id="86" name="Picture 85" descr="icon_eart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88564" y="1859428"/>
            <a:ext cx="401042" cy="401053"/>
          </a:xfrm>
          <a:prstGeom prst="rect">
            <a:avLst/>
          </a:prstGeom>
        </p:spPr>
      </p:pic>
      <p:pic>
        <p:nvPicPr>
          <p:cNvPr id="87" name="Picture 86" descr="icon_peop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125" y="3390723"/>
            <a:ext cx="328125" cy="328134"/>
          </a:xfrm>
          <a:prstGeom prst="rect">
            <a:avLst/>
          </a:prstGeom>
        </p:spPr>
      </p:pic>
      <p:pic>
        <p:nvPicPr>
          <p:cNvPr id="88" name="Picture 87" descr="icon_cub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8125" y="4010533"/>
            <a:ext cx="328125" cy="328134"/>
          </a:xfrm>
          <a:prstGeom prst="rect">
            <a:avLst/>
          </a:prstGeom>
        </p:spPr>
      </p:pic>
      <p:pic>
        <p:nvPicPr>
          <p:cNvPr id="89" name="Picture 88" descr="icon_documen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15647" y="3390723"/>
            <a:ext cx="328125" cy="328134"/>
          </a:xfrm>
          <a:prstGeom prst="rect">
            <a:avLst/>
          </a:prstGeom>
        </p:spPr>
      </p:pic>
      <p:pic>
        <p:nvPicPr>
          <p:cNvPr id="90" name="Picture 89" descr="icon_wrench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15647" y="4010533"/>
            <a:ext cx="328125" cy="328134"/>
          </a:xfrm>
          <a:prstGeom prst="rect">
            <a:avLst/>
          </a:prstGeom>
        </p:spPr>
      </p:pic>
      <p:pic>
        <p:nvPicPr>
          <p:cNvPr id="91" name="Picture 90" descr="icon_phon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03127" y="4922017"/>
            <a:ext cx="291667" cy="364593"/>
          </a:xfrm>
          <a:prstGeom prst="rect">
            <a:avLst/>
          </a:prstGeom>
        </p:spPr>
      </p:pic>
      <p:pic>
        <p:nvPicPr>
          <p:cNvPr id="92" name="Picture 91" descr="icon_char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23963" y="4922017"/>
            <a:ext cx="437501" cy="364593"/>
          </a:xfrm>
          <a:prstGeom prst="rect">
            <a:avLst/>
          </a:prstGeom>
        </p:spPr>
      </p:pic>
      <p:pic>
        <p:nvPicPr>
          <p:cNvPr id="93" name="Picture 92" descr="icon_power_tow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17716" y="4922017"/>
            <a:ext cx="437501" cy="364593"/>
          </a:xfrm>
          <a:prstGeom prst="rect">
            <a:avLst/>
          </a:prstGeom>
        </p:spPr>
      </p:pic>
      <p:pic>
        <p:nvPicPr>
          <p:cNvPr id="94" name="Picture 93" descr="icon_people_grou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84385" y="4922017"/>
            <a:ext cx="437501" cy="364593"/>
          </a:xfrm>
          <a:prstGeom prst="rect">
            <a:avLst/>
          </a:prstGeom>
        </p:spPr>
      </p:pic>
      <p:pic>
        <p:nvPicPr>
          <p:cNvPr id="95" name="Picture 94" descr="icon_brai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054" y="4922017"/>
            <a:ext cx="437501" cy="364593"/>
          </a:xfrm>
          <a:prstGeom prst="rect">
            <a:avLst/>
          </a:prstGeom>
        </p:spPr>
      </p:pic>
      <p:pic>
        <p:nvPicPr>
          <p:cNvPr id="96" name="Picture 95" descr="icon_bluepri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0641" y="4922017"/>
            <a:ext cx="437501" cy="364593"/>
          </a:xfrm>
          <a:prstGeom prst="rect">
            <a:avLst/>
          </a:prstGeom>
        </p:spPr>
      </p:pic>
      <p:pic>
        <p:nvPicPr>
          <p:cNvPr id="97" name="Picture 96" descr="icon_networ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227" y="4922017"/>
            <a:ext cx="437501" cy="364593"/>
          </a:xfrm>
          <a:prstGeom prst="rect">
            <a:avLst/>
          </a:prstGeom>
        </p:spPr>
      </p:pic>
      <p:pic>
        <p:nvPicPr>
          <p:cNvPr id="98" name="Picture 97" descr="icon_eart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6896" y="4922017"/>
            <a:ext cx="437501" cy="364593"/>
          </a:xfrm>
          <a:prstGeom prst="rect">
            <a:avLst/>
          </a:prstGeom>
        </p:spPr>
      </p:pic>
      <p:sp>
        <p:nvSpPr>
          <p:cNvPr id="99" name="title_1"/>
          <p:cNvSpPr txBox="1"/>
          <p:nvPr/>
        </p:nvSpPr>
        <p:spPr>
          <a:xfrm>
            <a:off x="3171882" y="131253"/>
            <a:ext cx="4484385" cy="3937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1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"大模型"演进路线图</a:t>
            </a:r>
          </a:p>
        </p:txBody>
      </p:sp>
      <p:sp>
        <p:nvSpPr>
          <p:cNvPr id="100" name="title_2"/>
          <p:cNvSpPr txBox="1"/>
          <p:nvPr/>
        </p:nvSpPr>
        <p:spPr>
          <a:xfrm>
            <a:off x="4520843" y="641685"/>
            <a:ext cx="1677087" cy="14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7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路径标与核心要点</a:t>
            </a:r>
          </a:p>
        </p:txBody>
      </p:sp>
      <p:sp>
        <p:nvSpPr>
          <p:cNvPr id="101" name="title_3"/>
          <p:cNvSpPr txBox="1"/>
          <p:nvPr/>
        </p:nvSpPr>
        <p:spPr>
          <a:xfrm>
            <a:off x="4375010" y="838566"/>
            <a:ext cx="1968754" cy="145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48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从多模态服务化推进到电力世界模型</a:t>
            </a:r>
          </a:p>
        </p:txBody>
      </p:sp>
      <p:sp>
        <p:nvSpPr>
          <p:cNvPr id="102" name="body_text_1"/>
          <p:cNvSpPr txBox="1"/>
          <p:nvPr/>
        </p:nvSpPr>
        <p:spPr>
          <a:xfrm>
            <a:off x="255208" y="1297954"/>
            <a:ext cx="1057294" cy="3427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103" name="body_text_2"/>
          <p:cNvSpPr txBox="1"/>
          <p:nvPr/>
        </p:nvSpPr>
        <p:spPr>
          <a:xfrm>
            <a:off x="0" y="0"/>
            <a:ext cx="12191695" cy="58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7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7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7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7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实现全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