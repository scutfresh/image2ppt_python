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ntent Container"/>
          <p:cNvSpPr/>
          <p:nvPr/>
        </p:nvSpPr>
        <p:spPr>
          <a:xfrm>
            <a:off x="761980" y="2540000"/>
            <a:ext cx="10667733" cy="3683000"/>
          </a:xfrm>
          <a:prstGeom prst="roundRect">
            <a:avLst/>
          </a:prstGeom>
          <a:solidFill>
            <a:srgbClr val="FFFFFF"/>
          </a:solidFill>
          <a:ln w="12699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ain Title"/>
          <p:cNvSpPr txBox="1"/>
          <p:nvPr/>
        </p:nvSpPr>
        <p:spPr>
          <a:xfrm>
            <a:off x="2920926" y="952499"/>
            <a:ext cx="6349841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Strategic Roadmap 2024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3555911" y="1841500"/>
            <a:ext cx="5079873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99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Executive Summary &amp; Key Milestones</a:t>
            </a:r>
          </a:p>
        </p:txBody>
      </p:sp>
      <p:sp>
        <p:nvSpPr>
          <p:cNvPr id="6" name="Body Text"/>
          <p:cNvSpPr txBox="1"/>
          <p:nvPr/>
        </p:nvSpPr>
        <p:spPr>
          <a:xfrm>
            <a:off x="1142971" y="2921000"/>
            <a:ext cx="9905752" cy="292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9" b="0" i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Core Initiatives: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9" b="0" i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1. Digital Transformation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9" b="0" i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2. Market Expansion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9" b="0" i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3. Operational Efficiency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