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rd_1"/>
          <p:cNvSpPr/>
          <p:nvPr/>
        </p:nvSpPr>
        <p:spPr>
          <a:xfrm>
            <a:off x="291667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_2"/>
          <p:cNvSpPr/>
          <p:nvPr/>
        </p:nvSpPr>
        <p:spPr>
          <a:xfrm>
            <a:off x="1750004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_3"/>
          <p:cNvSpPr/>
          <p:nvPr/>
        </p:nvSpPr>
        <p:spPr>
          <a:xfrm>
            <a:off x="3208340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4"/>
          <p:cNvSpPr/>
          <p:nvPr/>
        </p:nvSpPr>
        <p:spPr>
          <a:xfrm>
            <a:off x="4666677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5"/>
          <p:cNvSpPr/>
          <p:nvPr/>
        </p:nvSpPr>
        <p:spPr>
          <a:xfrm>
            <a:off x="6125014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_6"/>
          <p:cNvSpPr/>
          <p:nvPr/>
        </p:nvSpPr>
        <p:spPr>
          <a:xfrm>
            <a:off x="7583351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_7"/>
          <p:cNvSpPr/>
          <p:nvPr/>
        </p:nvSpPr>
        <p:spPr>
          <a:xfrm>
            <a:off x="9041687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_8"/>
          <p:cNvSpPr/>
          <p:nvPr/>
        </p:nvSpPr>
        <p:spPr>
          <a:xfrm>
            <a:off x="10500024" y="1239586"/>
            <a:ext cx="1385419" cy="2187505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co_box_left_top"/>
          <p:cNvSpPr/>
          <p:nvPr/>
        </p:nvSpPr>
        <p:spPr>
          <a:xfrm>
            <a:off x="291667" y="3791675"/>
            <a:ext cx="1312503" cy="437501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co_box_left_bottom"/>
          <p:cNvSpPr/>
          <p:nvPr/>
        </p:nvSpPr>
        <p:spPr>
          <a:xfrm>
            <a:off x="291667" y="4375010"/>
            <a:ext cx="1312503" cy="437501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co_box_right_top"/>
          <p:cNvSpPr/>
          <p:nvPr/>
        </p:nvSpPr>
        <p:spPr>
          <a:xfrm>
            <a:off x="10572941" y="3791675"/>
            <a:ext cx="1312503" cy="437501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co_box_right_bottom"/>
          <p:cNvSpPr/>
          <p:nvPr/>
        </p:nvSpPr>
        <p:spPr>
          <a:xfrm>
            <a:off x="10572941" y="4375010"/>
            <a:ext cx="1312503" cy="437501"/>
          </a:xfrm>
          <a:prstGeom prst="roundRect">
            <a:avLst/>
          </a:prstGeom>
          <a:solidFill>
            <a:srgbClr val="0A1F3D"/>
          </a:solidFill>
          <a:ln w="14583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ngine_block_1"/>
          <p:cNvSpPr/>
          <p:nvPr/>
        </p:nvSpPr>
        <p:spPr>
          <a:xfrm>
            <a:off x="2916673" y="3791675"/>
            <a:ext cx="1458336" cy="437501"/>
          </a:xfrm>
          <a:prstGeom prst="roundRect">
            <a:avLst/>
          </a:prstGeom>
          <a:solidFill>
            <a:srgbClr val="00D2FF"/>
          </a:solidFill>
          <a:ln w="7291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ngine_block_2"/>
          <p:cNvSpPr/>
          <p:nvPr/>
        </p:nvSpPr>
        <p:spPr>
          <a:xfrm>
            <a:off x="4739594" y="3791675"/>
            <a:ext cx="1458336" cy="437501"/>
          </a:xfrm>
          <a:prstGeom prst="roundRect">
            <a:avLst/>
          </a:prstGeom>
          <a:solidFill>
            <a:srgbClr val="00D2FF"/>
          </a:solidFill>
          <a:ln w="7291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ngine_block_3"/>
          <p:cNvSpPr/>
          <p:nvPr/>
        </p:nvSpPr>
        <p:spPr>
          <a:xfrm>
            <a:off x="6562515" y="3791675"/>
            <a:ext cx="1458336" cy="437501"/>
          </a:xfrm>
          <a:prstGeom prst="roundRect">
            <a:avLst/>
          </a:prstGeom>
          <a:solidFill>
            <a:srgbClr val="00D2FF"/>
          </a:solidFill>
          <a:ln w="7291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timeline_line"/>
          <p:cNvCxnSpPr/>
          <p:nvPr/>
        </p:nvCxnSpPr>
        <p:spPr>
          <a:xfrm>
            <a:off x="1093752" y="1130210"/>
            <a:ext cx="10208357" cy="0"/>
          </a:xfrm>
          <a:prstGeom prst="line">
            <a:avLst/>
          </a:prstGeom>
          <a:ln w="14583">
            <a:solidFill>
              <a:srgbClr val="00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glob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357" y="145833"/>
            <a:ext cx="1822920" cy="1093752"/>
          </a:xfrm>
          <a:prstGeom prst="rect">
            <a:avLst/>
          </a:prstGeom>
        </p:spPr>
      </p:pic>
      <p:pic>
        <p:nvPicPr>
          <p:cNvPr id="20" name="Picture 19" descr="power_lines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33" y="145833"/>
            <a:ext cx="1458336" cy="1458336"/>
          </a:xfrm>
          <a:prstGeom prst="rect">
            <a:avLst/>
          </a:prstGeom>
        </p:spPr>
      </p:pic>
      <p:pic>
        <p:nvPicPr>
          <p:cNvPr id="21" name="Picture 20" descr="icon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68" y="1822920"/>
            <a:ext cx="437501" cy="437501"/>
          </a:xfrm>
          <a:prstGeom prst="rect">
            <a:avLst/>
          </a:prstGeom>
        </p:spPr>
      </p:pic>
      <p:pic>
        <p:nvPicPr>
          <p:cNvPr id="22" name="Picture 21" descr="icon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7505" y="1822920"/>
            <a:ext cx="437501" cy="437501"/>
          </a:xfrm>
          <a:prstGeom prst="rect">
            <a:avLst/>
          </a:prstGeom>
        </p:spPr>
      </p:pic>
      <p:pic>
        <p:nvPicPr>
          <p:cNvPr id="23" name="Picture 22" descr="icon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5841" y="1822920"/>
            <a:ext cx="437501" cy="437501"/>
          </a:xfrm>
          <a:prstGeom prst="rect">
            <a:avLst/>
          </a:prstGeom>
        </p:spPr>
      </p:pic>
      <p:pic>
        <p:nvPicPr>
          <p:cNvPr id="24" name="Picture 23" descr="icon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4178" y="1822920"/>
            <a:ext cx="437501" cy="437501"/>
          </a:xfrm>
          <a:prstGeom prst="rect">
            <a:avLst/>
          </a:prstGeom>
        </p:spPr>
      </p:pic>
      <p:pic>
        <p:nvPicPr>
          <p:cNvPr id="25" name="Picture 24" descr="icon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515" y="1822920"/>
            <a:ext cx="437501" cy="437501"/>
          </a:xfrm>
          <a:prstGeom prst="rect">
            <a:avLst/>
          </a:prstGeom>
        </p:spPr>
      </p:pic>
      <p:pic>
        <p:nvPicPr>
          <p:cNvPr id="26" name="Picture 25" descr="icon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0852" y="1822920"/>
            <a:ext cx="437501" cy="437501"/>
          </a:xfrm>
          <a:prstGeom prst="rect">
            <a:avLst/>
          </a:prstGeom>
        </p:spPr>
      </p:pic>
      <p:pic>
        <p:nvPicPr>
          <p:cNvPr id="27" name="Picture 26" descr="icon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9188" y="1822920"/>
            <a:ext cx="437501" cy="437501"/>
          </a:xfrm>
          <a:prstGeom prst="rect">
            <a:avLst/>
          </a:prstGeom>
        </p:spPr>
      </p:pic>
      <p:pic>
        <p:nvPicPr>
          <p:cNvPr id="28" name="Picture 27" descr="icon_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7525" y="1822920"/>
            <a:ext cx="437501" cy="437501"/>
          </a:xfrm>
          <a:prstGeom prst="rect">
            <a:avLst/>
          </a:prstGeom>
        </p:spPr>
      </p:pic>
      <p:pic>
        <p:nvPicPr>
          <p:cNvPr id="29" name="Picture 28" descr="central_engine_b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505" y="3281257"/>
            <a:ext cx="7291683" cy="1822920"/>
          </a:xfrm>
          <a:prstGeom prst="rect">
            <a:avLst/>
          </a:prstGeom>
        </p:spPr>
      </p:pic>
      <p:pic>
        <p:nvPicPr>
          <p:cNvPr id="30" name="Picture 29" descr="icon_business_ec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584" y="3901050"/>
            <a:ext cx="291667" cy="291667"/>
          </a:xfrm>
          <a:prstGeom prst="rect">
            <a:avLst/>
          </a:prstGeom>
        </p:spPr>
      </p:pic>
      <p:pic>
        <p:nvPicPr>
          <p:cNvPr id="31" name="Picture 30" descr="icon_model_ec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584" y="4484385"/>
            <a:ext cx="291667" cy="291667"/>
          </a:xfrm>
          <a:prstGeom prst="rect">
            <a:avLst/>
          </a:prstGeom>
        </p:spPr>
      </p:pic>
      <p:pic>
        <p:nvPicPr>
          <p:cNvPr id="32" name="Picture 31" descr="icon_knowledge_ec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45858" y="3901050"/>
            <a:ext cx="291667" cy="291667"/>
          </a:xfrm>
          <a:prstGeom prst="rect">
            <a:avLst/>
          </a:prstGeom>
        </p:spPr>
      </p:pic>
      <p:pic>
        <p:nvPicPr>
          <p:cNvPr id="33" name="Picture 32" descr="icon_tool_ec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45858" y="4484385"/>
            <a:ext cx="291667" cy="291667"/>
          </a:xfrm>
          <a:prstGeom prst="rect">
            <a:avLst/>
          </a:prstGeom>
        </p:spPr>
      </p:pic>
      <p:pic>
        <p:nvPicPr>
          <p:cNvPr id="34" name="Picture 33" descr="bottom_path_arro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168" y="5833346"/>
            <a:ext cx="10208357" cy="729168"/>
          </a:xfrm>
          <a:prstGeom prst="rect">
            <a:avLst/>
          </a:prstGeom>
        </p:spPr>
      </p:pic>
      <p:pic>
        <p:nvPicPr>
          <p:cNvPr id="35" name="Picture 34" descr="bottom_icon_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3752" y="5687513"/>
            <a:ext cx="364584" cy="364584"/>
          </a:xfrm>
          <a:prstGeom prst="rect">
            <a:avLst/>
          </a:prstGeom>
        </p:spPr>
      </p:pic>
      <p:pic>
        <p:nvPicPr>
          <p:cNvPr id="36" name="Picture 35" descr="bottom_icon_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60421" y="5687513"/>
            <a:ext cx="364584" cy="364584"/>
          </a:xfrm>
          <a:prstGeom prst="rect">
            <a:avLst/>
          </a:prstGeom>
        </p:spPr>
      </p:pic>
      <p:pic>
        <p:nvPicPr>
          <p:cNvPr id="37" name="Picture 36" descr="bottom_icon_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27091" y="5687513"/>
            <a:ext cx="364584" cy="364584"/>
          </a:xfrm>
          <a:prstGeom prst="rect">
            <a:avLst/>
          </a:prstGeom>
        </p:spPr>
      </p:pic>
      <p:pic>
        <p:nvPicPr>
          <p:cNvPr id="38" name="Picture 37" descr="bottom_icon_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93760" y="5687513"/>
            <a:ext cx="364584" cy="364584"/>
          </a:xfrm>
          <a:prstGeom prst="rect">
            <a:avLst/>
          </a:prstGeom>
        </p:spPr>
      </p:pic>
      <p:pic>
        <p:nvPicPr>
          <p:cNvPr id="39" name="Picture 38" descr="bottom_icon_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60430" y="5687513"/>
            <a:ext cx="364584" cy="364584"/>
          </a:xfrm>
          <a:prstGeom prst="rect">
            <a:avLst/>
          </a:prstGeom>
        </p:spPr>
      </p:pic>
      <p:pic>
        <p:nvPicPr>
          <p:cNvPr id="40" name="Picture 39" descr="bottom_icon_6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27099" y="5687513"/>
            <a:ext cx="364584" cy="364584"/>
          </a:xfrm>
          <a:prstGeom prst="rect">
            <a:avLst/>
          </a:prstGeom>
        </p:spPr>
      </p:pic>
      <p:pic>
        <p:nvPicPr>
          <p:cNvPr id="41" name="Picture 40" descr="bottom_icon_7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93768" y="5687513"/>
            <a:ext cx="364584" cy="364584"/>
          </a:xfrm>
          <a:prstGeom prst="rect">
            <a:avLst/>
          </a:prstGeom>
        </p:spPr>
      </p:pic>
      <p:pic>
        <p:nvPicPr>
          <p:cNvPr id="42" name="Picture 41" descr="bottom_icon_8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60438" y="5687513"/>
            <a:ext cx="364584" cy="364584"/>
          </a:xfrm>
          <a:prstGeom prst="rect">
            <a:avLst/>
          </a:prstGeom>
        </p:spPr>
      </p:pic>
      <p:sp>
        <p:nvSpPr>
          <p:cNvPr id="43" name="titles"/>
          <p:cNvSpPr txBox="1"/>
          <p:nvPr/>
        </p:nvSpPr>
        <p:spPr>
          <a:xfrm>
            <a:off x="4229176" y="182292"/>
            <a:ext cx="3733342" cy="510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5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 演进路线图</a:t>
            </a:r>
          </a:p>
        </p:txBody>
      </p:sp>
      <p:sp>
        <p:nvSpPr>
          <p:cNvPr id="44" name="titles"/>
          <p:cNvSpPr txBox="1"/>
          <p:nvPr/>
        </p:nvSpPr>
        <p:spPr>
          <a:xfrm>
            <a:off x="5104178" y="765626"/>
            <a:ext cx="1983337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45" name="titles"/>
          <p:cNvSpPr txBox="1"/>
          <p:nvPr/>
        </p:nvSpPr>
        <p:spPr>
          <a:xfrm>
            <a:off x="4593760" y="1093752"/>
            <a:ext cx="3004173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46" name="body_text"/>
          <p:cNvSpPr txBox="1"/>
          <p:nvPr/>
        </p:nvSpPr>
        <p:spPr>
          <a:xfrm>
            <a:off x="875002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body_text"/>
          <p:cNvSpPr txBox="1"/>
          <p:nvPr/>
        </p:nvSpPr>
        <p:spPr>
          <a:xfrm>
            <a:off x="364584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48" name="body_text"/>
          <p:cNvSpPr txBox="1"/>
          <p:nvPr/>
        </p:nvSpPr>
        <p:spPr>
          <a:xfrm>
            <a:off x="1130210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2025.05</a:t>
            </a:r>
          </a:p>
        </p:txBody>
      </p:sp>
      <p:sp>
        <p:nvSpPr>
          <p:cNvPr id="49" name="body_text"/>
          <p:cNvSpPr txBox="1"/>
          <p:nvPr/>
        </p:nvSpPr>
        <p:spPr>
          <a:xfrm>
            <a:off x="364584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50" name="body_text"/>
          <p:cNvSpPr txBox="1"/>
          <p:nvPr/>
        </p:nvSpPr>
        <p:spPr>
          <a:xfrm>
            <a:off x="364584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51" name="body_text"/>
          <p:cNvSpPr txBox="1"/>
          <p:nvPr/>
        </p:nvSpPr>
        <p:spPr>
          <a:xfrm>
            <a:off x="364584" y="2406255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52" name="body_text"/>
          <p:cNvSpPr txBox="1"/>
          <p:nvPr/>
        </p:nvSpPr>
        <p:spPr>
          <a:xfrm>
            <a:off x="2333338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3" name="body_text"/>
          <p:cNvSpPr txBox="1"/>
          <p:nvPr/>
        </p:nvSpPr>
        <p:spPr>
          <a:xfrm>
            <a:off x="1822920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54" name="body_text"/>
          <p:cNvSpPr txBox="1"/>
          <p:nvPr/>
        </p:nvSpPr>
        <p:spPr>
          <a:xfrm>
            <a:off x="2588547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1822920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1822920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1822920" y="2406255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底座全面迭代升级，正式备千亿级参规模型能力。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3791675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3281257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4046884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61" name="body_text"/>
          <p:cNvSpPr txBox="1"/>
          <p:nvPr/>
        </p:nvSpPr>
        <p:spPr>
          <a:xfrm>
            <a:off x="3281257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62" name="body_text"/>
          <p:cNvSpPr txBox="1"/>
          <p:nvPr/>
        </p:nvSpPr>
        <p:spPr>
          <a:xfrm>
            <a:off x="3281257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63" name="body_text"/>
          <p:cNvSpPr txBox="1"/>
          <p:nvPr/>
        </p:nvSpPr>
        <p:spPr>
          <a:xfrm>
            <a:off x="3281257" y="2406255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完成72B行业微调模型全面升级，强化电力专业能力，高效流转型业务场景。</a:t>
            </a:r>
          </a:p>
        </p:txBody>
      </p:sp>
      <p:sp>
        <p:nvSpPr>
          <p:cNvPr id="64" name="body_text"/>
          <p:cNvSpPr txBox="1"/>
          <p:nvPr/>
        </p:nvSpPr>
        <p:spPr>
          <a:xfrm>
            <a:off x="5250012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5" name="body_text"/>
          <p:cNvSpPr txBox="1"/>
          <p:nvPr/>
        </p:nvSpPr>
        <p:spPr>
          <a:xfrm>
            <a:off x="4739594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66" name="body_text"/>
          <p:cNvSpPr txBox="1"/>
          <p:nvPr/>
        </p:nvSpPr>
        <p:spPr>
          <a:xfrm>
            <a:off x="5505221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67" name="body_text"/>
          <p:cNvSpPr txBox="1"/>
          <p:nvPr/>
        </p:nvSpPr>
        <p:spPr>
          <a:xfrm>
            <a:off x="4739594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68" name="body_text"/>
          <p:cNvSpPr txBox="1"/>
          <p:nvPr/>
        </p:nvSpPr>
        <p:spPr>
          <a:xfrm>
            <a:off x="4739594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69" name="body_text"/>
          <p:cNvSpPr txBox="1"/>
          <p:nvPr/>
        </p:nvSpPr>
        <p:spPr>
          <a:xfrm>
            <a:off x="4739594" y="2406255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70" name="body_text"/>
          <p:cNvSpPr txBox="1"/>
          <p:nvPr/>
        </p:nvSpPr>
        <p:spPr>
          <a:xfrm>
            <a:off x="6708349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1" name="body_text"/>
          <p:cNvSpPr txBox="1"/>
          <p:nvPr/>
        </p:nvSpPr>
        <p:spPr>
          <a:xfrm>
            <a:off x="6197931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72" name="body_text"/>
          <p:cNvSpPr txBox="1"/>
          <p:nvPr/>
        </p:nvSpPr>
        <p:spPr>
          <a:xfrm>
            <a:off x="6963557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73" name="body_text"/>
          <p:cNvSpPr txBox="1"/>
          <p:nvPr/>
        </p:nvSpPr>
        <p:spPr>
          <a:xfrm>
            <a:off x="6197931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74" name="body_text"/>
          <p:cNvSpPr txBox="1"/>
          <p:nvPr/>
        </p:nvSpPr>
        <p:spPr>
          <a:xfrm>
            <a:off x="6197931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5" name="body_text"/>
          <p:cNvSpPr txBox="1"/>
          <p:nvPr/>
        </p:nvSpPr>
        <p:spPr>
          <a:xfrm>
            <a:off x="6197931" y="2406255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76" name="body_text"/>
          <p:cNvSpPr txBox="1"/>
          <p:nvPr/>
        </p:nvSpPr>
        <p:spPr>
          <a:xfrm>
            <a:off x="8166685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7" name="body_text"/>
          <p:cNvSpPr txBox="1"/>
          <p:nvPr/>
        </p:nvSpPr>
        <p:spPr>
          <a:xfrm>
            <a:off x="7656267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78" name="body_text"/>
          <p:cNvSpPr txBox="1"/>
          <p:nvPr/>
        </p:nvSpPr>
        <p:spPr>
          <a:xfrm>
            <a:off x="8421894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79" name="body_text"/>
          <p:cNvSpPr txBox="1"/>
          <p:nvPr/>
        </p:nvSpPr>
        <p:spPr>
          <a:xfrm>
            <a:off x="7656267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80" name="body_text"/>
          <p:cNvSpPr txBox="1"/>
          <p:nvPr/>
        </p:nvSpPr>
        <p:spPr>
          <a:xfrm>
            <a:off x="7656267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81" name="body_text"/>
          <p:cNvSpPr txBox="1"/>
          <p:nvPr/>
        </p:nvSpPr>
        <p:spPr>
          <a:xfrm>
            <a:off x="7656267" y="2406255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82" name="body_text"/>
          <p:cNvSpPr txBox="1"/>
          <p:nvPr/>
        </p:nvSpPr>
        <p:spPr>
          <a:xfrm>
            <a:off x="9625022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3" name="body_text"/>
          <p:cNvSpPr txBox="1"/>
          <p:nvPr/>
        </p:nvSpPr>
        <p:spPr>
          <a:xfrm>
            <a:off x="9114604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84" name="body_text"/>
          <p:cNvSpPr txBox="1"/>
          <p:nvPr/>
        </p:nvSpPr>
        <p:spPr>
          <a:xfrm>
            <a:off x="9880231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2027.04</a:t>
            </a:r>
          </a:p>
        </p:txBody>
      </p:sp>
      <p:sp>
        <p:nvSpPr>
          <p:cNvPr id="85" name="body_text"/>
          <p:cNvSpPr txBox="1"/>
          <p:nvPr/>
        </p:nvSpPr>
        <p:spPr>
          <a:xfrm>
            <a:off x="9114604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86" name="body_text"/>
          <p:cNvSpPr txBox="1"/>
          <p:nvPr/>
        </p:nvSpPr>
        <p:spPr>
          <a:xfrm>
            <a:off x="9114604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87" name="body_text"/>
          <p:cNvSpPr txBox="1"/>
          <p:nvPr/>
        </p:nvSpPr>
        <p:spPr>
          <a:xfrm>
            <a:off x="9114604" y="2406255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88" name="body_text"/>
          <p:cNvSpPr txBox="1"/>
          <p:nvPr/>
        </p:nvSpPr>
        <p:spPr>
          <a:xfrm>
            <a:off x="11083359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9" name="body_text"/>
          <p:cNvSpPr txBox="1"/>
          <p:nvPr/>
        </p:nvSpPr>
        <p:spPr>
          <a:xfrm>
            <a:off x="10572941" y="1312503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90" name="body_text"/>
          <p:cNvSpPr txBox="1"/>
          <p:nvPr/>
        </p:nvSpPr>
        <p:spPr>
          <a:xfrm>
            <a:off x="11338568" y="1312503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Arial"/>
                <a:ea typeface="Arial"/>
                <a:cs typeface="Arial"/>
              </a:rPr>
              <a:t>2027.12</a:t>
            </a:r>
          </a:p>
        </p:txBody>
      </p:sp>
      <p:sp>
        <p:nvSpPr>
          <p:cNvPr id="91" name="body_text"/>
          <p:cNvSpPr txBox="1"/>
          <p:nvPr/>
        </p:nvSpPr>
        <p:spPr>
          <a:xfrm>
            <a:off x="10572941" y="1567712"/>
            <a:ext cx="1093752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92" name="body_text"/>
          <p:cNvSpPr txBox="1"/>
          <p:nvPr/>
        </p:nvSpPr>
        <p:spPr>
          <a:xfrm>
            <a:off x="10572941" y="2187505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93" name="body_text"/>
          <p:cNvSpPr txBox="1"/>
          <p:nvPr/>
        </p:nvSpPr>
        <p:spPr>
          <a:xfrm>
            <a:off x="10572941" y="2406255"/>
            <a:ext cx="1166669" cy="729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94" name="body_text"/>
          <p:cNvSpPr txBox="1"/>
          <p:nvPr/>
        </p:nvSpPr>
        <p:spPr>
          <a:xfrm>
            <a:off x="5468762" y="3135424"/>
            <a:ext cx="729168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95" name="body_text"/>
          <p:cNvSpPr txBox="1"/>
          <p:nvPr/>
        </p:nvSpPr>
        <p:spPr>
          <a:xfrm>
            <a:off x="4593760" y="3427091"/>
            <a:ext cx="2187505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96" name="body_text"/>
          <p:cNvSpPr txBox="1"/>
          <p:nvPr/>
        </p:nvSpPr>
        <p:spPr>
          <a:xfrm>
            <a:off x="3281257" y="3864592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</p:txBody>
      </p:sp>
      <p:sp>
        <p:nvSpPr>
          <p:cNvPr id="97" name="body_text"/>
          <p:cNvSpPr txBox="1"/>
          <p:nvPr/>
        </p:nvSpPr>
        <p:spPr>
          <a:xfrm>
            <a:off x="3208340" y="4083342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业务驱动 · 场景普惠</a:t>
            </a:r>
          </a:p>
        </p:txBody>
      </p:sp>
      <p:sp>
        <p:nvSpPr>
          <p:cNvPr id="98" name="body_text"/>
          <p:cNvSpPr txBox="1"/>
          <p:nvPr/>
        </p:nvSpPr>
        <p:spPr>
          <a:xfrm>
            <a:off x="5104178" y="3864592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</p:txBody>
      </p:sp>
      <p:sp>
        <p:nvSpPr>
          <p:cNvPr id="99" name="body_text"/>
          <p:cNvSpPr txBox="1"/>
          <p:nvPr/>
        </p:nvSpPr>
        <p:spPr>
          <a:xfrm>
            <a:off x="5031261" y="4083342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数据融合 · 知识增强</a:t>
            </a:r>
          </a:p>
        </p:txBody>
      </p:sp>
      <p:sp>
        <p:nvSpPr>
          <p:cNvPr id="100" name="body_text"/>
          <p:cNvSpPr txBox="1"/>
          <p:nvPr/>
        </p:nvSpPr>
        <p:spPr>
          <a:xfrm>
            <a:off x="6927099" y="3864592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</p:txBody>
      </p:sp>
      <p:sp>
        <p:nvSpPr>
          <p:cNvPr id="101" name="body_text"/>
          <p:cNvSpPr txBox="1"/>
          <p:nvPr/>
        </p:nvSpPr>
        <p:spPr>
          <a:xfrm>
            <a:off x="6854182" y="4083342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算法领先 · 工程可靠</a:t>
            </a:r>
          </a:p>
        </p:txBody>
      </p:sp>
      <p:sp>
        <p:nvSpPr>
          <p:cNvPr id="102" name="body_text"/>
          <p:cNvSpPr txBox="1"/>
          <p:nvPr/>
        </p:nvSpPr>
        <p:spPr>
          <a:xfrm>
            <a:off x="4739594" y="4520843"/>
            <a:ext cx="2187505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00D2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103" name="body_text"/>
          <p:cNvSpPr txBox="1"/>
          <p:nvPr/>
        </p:nvSpPr>
        <p:spPr>
          <a:xfrm>
            <a:off x="437501" y="3864592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</p:txBody>
      </p:sp>
      <p:sp>
        <p:nvSpPr>
          <p:cNvPr id="104" name="body_text"/>
          <p:cNvSpPr txBox="1"/>
          <p:nvPr/>
        </p:nvSpPr>
        <p:spPr>
          <a:xfrm>
            <a:off x="437501" y="4083342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105" name="body_text"/>
          <p:cNvSpPr txBox="1"/>
          <p:nvPr/>
        </p:nvSpPr>
        <p:spPr>
          <a:xfrm>
            <a:off x="437501" y="4447927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</p:txBody>
      </p:sp>
      <p:sp>
        <p:nvSpPr>
          <p:cNvPr id="106" name="body_text"/>
          <p:cNvSpPr txBox="1"/>
          <p:nvPr/>
        </p:nvSpPr>
        <p:spPr>
          <a:xfrm>
            <a:off x="437501" y="4666677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107" name="body_text"/>
          <p:cNvSpPr txBox="1"/>
          <p:nvPr/>
        </p:nvSpPr>
        <p:spPr>
          <a:xfrm>
            <a:off x="10718775" y="3864592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</p:txBody>
      </p:sp>
      <p:sp>
        <p:nvSpPr>
          <p:cNvPr id="108" name="body_text"/>
          <p:cNvSpPr txBox="1"/>
          <p:nvPr/>
        </p:nvSpPr>
        <p:spPr>
          <a:xfrm>
            <a:off x="10718775" y="4083342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109" name="body_text"/>
          <p:cNvSpPr txBox="1"/>
          <p:nvPr/>
        </p:nvSpPr>
        <p:spPr>
          <a:xfrm>
            <a:off x="10718775" y="4447927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</p:txBody>
      </p:sp>
      <p:sp>
        <p:nvSpPr>
          <p:cNvPr id="110" name="body_text"/>
          <p:cNvSpPr txBox="1"/>
          <p:nvPr/>
        </p:nvSpPr>
        <p:spPr>
          <a:xfrm>
            <a:off x="10718775" y="4666677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111" name="body_text"/>
          <p:cNvSpPr txBox="1"/>
          <p:nvPr/>
        </p:nvSpPr>
        <p:spPr>
          <a:xfrm>
            <a:off x="291667" y="5541679"/>
            <a:ext cx="729168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112" name="body_text"/>
          <p:cNvSpPr txBox="1"/>
          <p:nvPr/>
        </p:nvSpPr>
        <p:spPr>
          <a:xfrm>
            <a:off x="875002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</p:txBody>
      </p:sp>
      <p:sp>
        <p:nvSpPr>
          <p:cNvPr id="113" name="body_text"/>
          <p:cNvSpPr txBox="1"/>
          <p:nvPr/>
        </p:nvSpPr>
        <p:spPr>
          <a:xfrm>
            <a:off x="875002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114" name="body_text"/>
          <p:cNvSpPr txBox="1"/>
          <p:nvPr/>
        </p:nvSpPr>
        <p:spPr>
          <a:xfrm>
            <a:off x="2041671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</p:txBody>
      </p:sp>
      <p:sp>
        <p:nvSpPr>
          <p:cNvPr id="115" name="body_text"/>
          <p:cNvSpPr txBox="1"/>
          <p:nvPr/>
        </p:nvSpPr>
        <p:spPr>
          <a:xfrm>
            <a:off x="2041671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116" name="body_text"/>
          <p:cNvSpPr txBox="1"/>
          <p:nvPr/>
        </p:nvSpPr>
        <p:spPr>
          <a:xfrm>
            <a:off x="3208340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</p:txBody>
      </p:sp>
      <p:sp>
        <p:nvSpPr>
          <p:cNvPr id="117" name="body_text"/>
          <p:cNvSpPr txBox="1"/>
          <p:nvPr/>
        </p:nvSpPr>
        <p:spPr>
          <a:xfrm>
            <a:off x="3208340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118" name="body_text"/>
          <p:cNvSpPr txBox="1"/>
          <p:nvPr/>
        </p:nvSpPr>
        <p:spPr>
          <a:xfrm>
            <a:off x="4375010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</p:txBody>
      </p:sp>
      <p:sp>
        <p:nvSpPr>
          <p:cNvPr id="119" name="body_text"/>
          <p:cNvSpPr txBox="1"/>
          <p:nvPr/>
        </p:nvSpPr>
        <p:spPr>
          <a:xfrm>
            <a:off x="4375010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120" name="body_text"/>
          <p:cNvSpPr txBox="1"/>
          <p:nvPr/>
        </p:nvSpPr>
        <p:spPr>
          <a:xfrm>
            <a:off x="5541679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</p:txBody>
      </p:sp>
      <p:sp>
        <p:nvSpPr>
          <p:cNvPr id="121" name="body_text"/>
          <p:cNvSpPr txBox="1"/>
          <p:nvPr/>
        </p:nvSpPr>
        <p:spPr>
          <a:xfrm>
            <a:off x="5541679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122" name="body_text"/>
          <p:cNvSpPr txBox="1"/>
          <p:nvPr/>
        </p:nvSpPr>
        <p:spPr>
          <a:xfrm>
            <a:off x="6708349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</p:txBody>
      </p:sp>
      <p:sp>
        <p:nvSpPr>
          <p:cNvPr id="123" name="body_text"/>
          <p:cNvSpPr txBox="1"/>
          <p:nvPr/>
        </p:nvSpPr>
        <p:spPr>
          <a:xfrm>
            <a:off x="6708349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124" name="body_text"/>
          <p:cNvSpPr txBox="1"/>
          <p:nvPr/>
        </p:nvSpPr>
        <p:spPr>
          <a:xfrm>
            <a:off x="7875018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</p:txBody>
      </p:sp>
      <p:sp>
        <p:nvSpPr>
          <p:cNvPr id="125" name="body_text"/>
          <p:cNvSpPr txBox="1"/>
          <p:nvPr/>
        </p:nvSpPr>
        <p:spPr>
          <a:xfrm>
            <a:off x="7875018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126" name="body_text"/>
          <p:cNvSpPr txBox="1"/>
          <p:nvPr/>
        </p:nvSpPr>
        <p:spPr>
          <a:xfrm>
            <a:off x="9041687" y="6197931"/>
            <a:ext cx="729168" cy="182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</p:txBody>
      </p:sp>
      <p:sp>
        <p:nvSpPr>
          <p:cNvPr id="127" name="body_text"/>
          <p:cNvSpPr txBox="1"/>
          <p:nvPr/>
        </p:nvSpPr>
        <p:spPr>
          <a:xfrm>
            <a:off x="9041687" y="6416681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  <p:sp>
        <p:nvSpPr>
          <p:cNvPr id="128" name="body_text"/>
          <p:cNvSpPr txBox="1"/>
          <p:nvPr/>
        </p:nvSpPr>
        <p:spPr>
          <a:xfrm>
            <a:off x="2552089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129" name="body_text"/>
          <p:cNvSpPr txBox="1"/>
          <p:nvPr/>
        </p:nvSpPr>
        <p:spPr>
          <a:xfrm>
            <a:off x="3645841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130" name="body_text"/>
          <p:cNvSpPr txBox="1"/>
          <p:nvPr/>
        </p:nvSpPr>
        <p:spPr>
          <a:xfrm>
            <a:off x="4739594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131" name="body_text"/>
          <p:cNvSpPr txBox="1"/>
          <p:nvPr/>
        </p:nvSpPr>
        <p:spPr>
          <a:xfrm>
            <a:off x="5833346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132" name="body_text"/>
          <p:cNvSpPr txBox="1"/>
          <p:nvPr/>
        </p:nvSpPr>
        <p:spPr>
          <a:xfrm>
            <a:off x="6927099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